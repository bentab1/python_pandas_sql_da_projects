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11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image" Target="../media/image9.svg"/><Relationship Id="rId1" Type="http://schemas.openxmlformats.org/officeDocument/2006/relationships/image" Target="../media/image8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11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D9F3AC3-ABE4-4C9F-8B69-3C1E4BF7DA00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B50885B8-540A-4DCF-922B-3A48C1EA6C11}">
      <dgm:prSet/>
      <dgm:spPr/>
      <dgm:t>
        <a:bodyPr/>
        <a:lstStyle/>
        <a:p>
          <a:r>
            <a:rPr lang="en-US"/>
            <a:t>• Analyze e-commerce order data to reveal business insights</a:t>
          </a:r>
        </a:p>
      </dgm:t>
    </dgm:pt>
    <dgm:pt modelId="{5B50CC9D-CDAC-441E-BA79-3A6F899AC031}" type="parTrans" cxnId="{F2ED867C-341A-429D-8051-C7D9E036DD2B}">
      <dgm:prSet/>
      <dgm:spPr/>
      <dgm:t>
        <a:bodyPr/>
        <a:lstStyle/>
        <a:p>
          <a:endParaRPr lang="en-US"/>
        </a:p>
      </dgm:t>
    </dgm:pt>
    <dgm:pt modelId="{127D3FD8-6C18-4C72-A05E-98AE0991E88C}" type="sibTrans" cxnId="{F2ED867C-341A-429D-8051-C7D9E036DD2B}">
      <dgm:prSet/>
      <dgm:spPr/>
      <dgm:t>
        <a:bodyPr/>
        <a:lstStyle/>
        <a:p>
          <a:endParaRPr lang="en-US"/>
        </a:p>
      </dgm:t>
    </dgm:pt>
    <dgm:pt modelId="{23E699EA-918E-4D8C-B95F-3F1360B39F4B}">
      <dgm:prSet/>
      <dgm:spPr/>
      <dgm:t>
        <a:bodyPr/>
        <a:lstStyle/>
        <a:p>
          <a:r>
            <a:rPr lang="en-US"/>
            <a:t>• Understand sales performance across categories and regions</a:t>
          </a:r>
        </a:p>
      </dgm:t>
    </dgm:pt>
    <dgm:pt modelId="{525B55CF-2FE4-4268-A3F8-7394AC23ED10}" type="parTrans" cxnId="{004B7333-4715-49EE-A44E-37D4EBB07BB1}">
      <dgm:prSet/>
      <dgm:spPr/>
      <dgm:t>
        <a:bodyPr/>
        <a:lstStyle/>
        <a:p>
          <a:endParaRPr lang="en-US"/>
        </a:p>
      </dgm:t>
    </dgm:pt>
    <dgm:pt modelId="{0B04EEEE-C8DF-446E-A942-8A7FCAC0EC97}" type="sibTrans" cxnId="{004B7333-4715-49EE-A44E-37D4EBB07BB1}">
      <dgm:prSet/>
      <dgm:spPr/>
      <dgm:t>
        <a:bodyPr/>
        <a:lstStyle/>
        <a:p>
          <a:endParaRPr lang="en-US"/>
        </a:p>
      </dgm:t>
    </dgm:pt>
    <dgm:pt modelId="{108FF191-C059-4A00-804D-8E25BFB6D48D}">
      <dgm:prSet/>
      <dgm:spPr/>
      <dgm:t>
        <a:bodyPr/>
        <a:lstStyle/>
        <a:p>
          <a:r>
            <a:rPr lang="en-US"/>
            <a:t>• Evaluate customer behavior and spending patterns</a:t>
          </a:r>
        </a:p>
      </dgm:t>
    </dgm:pt>
    <dgm:pt modelId="{1A58C98D-3817-4192-A808-D570BB0F91CB}" type="parTrans" cxnId="{9D207E19-826E-44F4-BB34-7F46B6C07DA1}">
      <dgm:prSet/>
      <dgm:spPr/>
      <dgm:t>
        <a:bodyPr/>
        <a:lstStyle/>
        <a:p>
          <a:endParaRPr lang="en-US"/>
        </a:p>
      </dgm:t>
    </dgm:pt>
    <dgm:pt modelId="{B9F322D3-D991-4F71-9CB7-32974C88709A}" type="sibTrans" cxnId="{9D207E19-826E-44F4-BB34-7F46B6C07DA1}">
      <dgm:prSet/>
      <dgm:spPr/>
      <dgm:t>
        <a:bodyPr/>
        <a:lstStyle/>
        <a:p>
          <a:endParaRPr lang="en-US"/>
        </a:p>
      </dgm:t>
    </dgm:pt>
    <dgm:pt modelId="{25F3D6F4-1343-4FEC-88E7-5EF22A5F3851}">
      <dgm:prSet/>
      <dgm:spPr/>
      <dgm:t>
        <a:bodyPr/>
        <a:lstStyle/>
        <a:p>
          <a:r>
            <a:rPr lang="en-US"/>
            <a:t>• Identify abandoned orders and potential funnel issues</a:t>
          </a:r>
        </a:p>
      </dgm:t>
    </dgm:pt>
    <dgm:pt modelId="{A467A0FE-B443-476C-9136-D37BA27F89EF}" type="parTrans" cxnId="{AAE48278-7165-4C70-9AF4-6EE70FAE5342}">
      <dgm:prSet/>
      <dgm:spPr/>
      <dgm:t>
        <a:bodyPr/>
        <a:lstStyle/>
        <a:p>
          <a:endParaRPr lang="en-US"/>
        </a:p>
      </dgm:t>
    </dgm:pt>
    <dgm:pt modelId="{EF5EF68E-88BA-4519-83CA-E552C6B0ED65}" type="sibTrans" cxnId="{AAE48278-7165-4C70-9AF4-6EE70FAE5342}">
      <dgm:prSet/>
      <dgm:spPr/>
      <dgm:t>
        <a:bodyPr/>
        <a:lstStyle/>
        <a:p>
          <a:endParaRPr lang="en-US"/>
        </a:p>
      </dgm:t>
    </dgm:pt>
    <dgm:pt modelId="{A38E6BAE-2FEC-41E6-BBE4-BF86D2A15A39}" type="pres">
      <dgm:prSet presAssocID="{3D9F3AC3-ABE4-4C9F-8B69-3C1E4BF7DA00}" presName="linear" presStyleCnt="0">
        <dgm:presLayoutVars>
          <dgm:animLvl val="lvl"/>
          <dgm:resizeHandles val="exact"/>
        </dgm:presLayoutVars>
      </dgm:prSet>
      <dgm:spPr/>
    </dgm:pt>
    <dgm:pt modelId="{D67D0BFD-6732-4F5A-9BD6-AC56AC658D02}" type="pres">
      <dgm:prSet presAssocID="{B50885B8-540A-4DCF-922B-3A48C1EA6C1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DEFA220D-19B9-40DD-9E49-AEA0E8651354}" type="pres">
      <dgm:prSet presAssocID="{127D3FD8-6C18-4C72-A05E-98AE0991E88C}" presName="spacer" presStyleCnt="0"/>
      <dgm:spPr/>
    </dgm:pt>
    <dgm:pt modelId="{8A66661F-0AFD-436D-993E-1C79768AA6F7}" type="pres">
      <dgm:prSet presAssocID="{23E699EA-918E-4D8C-B95F-3F1360B39F4B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4EDD5B33-B16B-451B-8AD2-C8A07527F25B}" type="pres">
      <dgm:prSet presAssocID="{0B04EEEE-C8DF-446E-A942-8A7FCAC0EC97}" presName="spacer" presStyleCnt="0"/>
      <dgm:spPr/>
    </dgm:pt>
    <dgm:pt modelId="{3042ADD3-EB20-45C5-821B-4B181E0CDFDB}" type="pres">
      <dgm:prSet presAssocID="{108FF191-C059-4A00-804D-8E25BFB6D48D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7DE33E45-4EB9-476C-A41A-4837040A1EC0}" type="pres">
      <dgm:prSet presAssocID="{B9F322D3-D991-4F71-9CB7-32974C88709A}" presName="spacer" presStyleCnt="0"/>
      <dgm:spPr/>
    </dgm:pt>
    <dgm:pt modelId="{CAC26F9A-00A0-4B20-A6A6-A1B91B644667}" type="pres">
      <dgm:prSet presAssocID="{25F3D6F4-1343-4FEC-88E7-5EF22A5F3851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9D207E19-826E-44F4-BB34-7F46B6C07DA1}" srcId="{3D9F3AC3-ABE4-4C9F-8B69-3C1E4BF7DA00}" destId="{108FF191-C059-4A00-804D-8E25BFB6D48D}" srcOrd="2" destOrd="0" parTransId="{1A58C98D-3817-4192-A808-D570BB0F91CB}" sibTransId="{B9F322D3-D991-4F71-9CB7-32974C88709A}"/>
    <dgm:cxn modelId="{004B7333-4715-49EE-A44E-37D4EBB07BB1}" srcId="{3D9F3AC3-ABE4-4C9F-8B69-3C1E4BF7DA00}" destId="{23E699EA-918E-4D8C-B95F-3F1360B39F4B}" srcOrd="1" destOrd="0" parTransId="{525B55CF-2FE4-4268-A3F8-7394AC23ED10}" sibTransId="{0B04EEEE-C8DF-446E-A942-8A7FCAC0EC97}"/>
    <dgm:cxn modelId="{75D67242-1280-4DCB-80EF-304797CD48BE}" type="presOf" srcId="{23E699EA-918E-4D8C-B95F-3F1360B39F4B}" destId="{8A66661F-0AFD-436D-993E-1C79768AA6F7}" srcOrd="0" destOrd="0" presId="urn:microsoft.com/office/officeart/2005/8/layout/vList2"/>
    <dgm:cxn modelId="{92B82355-7635-4311-8D1B-0F15F5B69CCE}" type="presOf" srcId="{3D9F3AC3-ABE4-4C9F-8B69-3C1E4BF7DA00}" destId="{A38E6BAE-2FEC-41E6-BBE4-BF86D2A15A39}" srcOrd="0" destOrd="0" presId="urn:microsoft.com/office/officeart/2005/8/layout/vList2"/>
    <dgm:cxn modelId="{AAE48278-7165-4C70-9AF4-6EE70FAE5342}" srcId="{3D9F3AC3-ABE4-4C9F-8B69-3C1E4BF7DA00}" destId="{25F3D6F4-1343-4FEC-88E7-5EF22A5F3851}" srcOrd="3" destOrd="0" parTransId="{A467A0FE-B443-476C-9136-D37BA27F89EF}" sibTransId="{EF5EF68E-88BA-4519-83CA-E552C6B0ED65}"/>
    <dgm:cxn modelId="{F2ED867C-341A-429D-8051-C7D9E036DD2B}" srcId="{3D9F3AC3-ABE4-4C9F-8B69-3C1E4BF7DA00}" destId="{B50885B8-540A-4DCF-922B-3A48C1EA6C11}" srcOrd="0" destOrd="0" parTransId="{5B50CC9D-CDAC-441E-BA79-3A6F899AC031}" sibTransId="{127D3FD8-6C18-4C72-A05E-98AE0991E88C}"/>
    <dgm:cxn modelId="{1C85C09F-584F-4523-9387-A2694B2EA754}" type="presOf" srcId="{108FF191-C059-4A00-804D-8E25BFB6D48D}" destId="{3042ADD3-EB20-45C5-821B-4B181E0CDFDB}" srcOrd="0" destOrd="0" presId="urn:microsoft.com/office/officeart/2005/8/layout/vList2"/>
    <dgm:cxn modelId="{9D73B5B1-E7D6-4925-B248-C65A1516ABC0}" type="presOf" srcId="{B50885B8-540A-4DCF-922B-3A48C1EA6C11}" destId="{D67D0BFD-6732-4F5A-9BD6-AC56AC658D02}" srcOrd="0" destOrd="0" presId="urn:microsoft.com/office/officeart/2005/8/layout/vList2"/>
    <dgm:cxn modelId="{ECF031DB-6932-438D-9786-21DB20E4772D}" type="presOf" srcId="{25F3D6F4-1343-4FEC-88E7-5EF22A5F3851}" destId="{CAC26F9A-00A0-4B20-A6A6-A1B91B644667}" srcOrd="0" destOrd="0" presId="urn:microsoft.com/office/officeart/2005/8/layout/vList2"/>
    <dgm:cxn modelId="{B199E537-63F6-4885-A6CC-218F6C736C31}" type="presParOf" srcId="{A38E6BAE-2FEC-41E6-BBE4-BF86D2A15A39}" destId="{D67D0BFD-6732-4F5A-9BD6-AC56AC658D02}" srcOrd="0" destOrd="0" presId="urn:microsoft.com/office/officeart/2005/8/layout/vList2"/>
    <dgm:cxn modelId="{A3853EF9-D79D-46ED-8604-666D12D99311}" type="presParOf" srcId="{A38E6BAE-2FEC-41E6-BBE4-BF86D2A15A39}" destId="{DEFA220D-19B9-40DD-9E49-AEA0E8651354}" srcOrd="1" destOrd="0" presId="urn:microsoft.com/office/officeart/2005/8/layout/vList2"/>
    <dgm:cxn modelId="{AE11E180-3CF3-4FFA-B08C-A85A058E9133}" type="presParOf" srcId="{A38E6BAE-2FEC-41E6-BBE4-BF86D2A15A39}" destId="{8A66661F-0AFD-436D-993E-1C79768AA6F7}" srcOrd="2" destOrd="0" presId="urn:microsoft.com/office/officeart/2005/8/layout/vList2"/>
    <dgm:cxn modelId="{0BE69C37-D8B2-461B-A4E5-3E9D4C9EAB6D}" type="presParOf" srcId="{A38E6BAE-2FEC-41E6-BBE4-BF86D2A15A39}" destId="{4EDD5B33-B16B-451B-8AD2-C8A07527F25B}" srcOrd="3" destOrd="0" presId="urn:microsoft.com/office/officeart/2005/8/layout/vList2"/>
    <dgm:cxn modelId="{FCC369AA-7B7A-4E9D-B445-2AB71467368E}" type="presParOf" srcId="{A38E6BAE-2FEC-41E6-BBE4-BF86D2A15A39}" destId="{3042ADD3-EB20-45C5-821B-4B181E0CDFDB}" srcOrd="4" destOrd="0" presId="urn:microsoft.com/office/officeart/2005/8/layout/vList2"/>
    <dgm:cxn modelId="{095C3F9F-8055-49A1-9C37-30AF59F9E500}" type="presParOf" srcId="{A38E6BAE-2FEC-41E6-BBE4-BF86D2A15A39}" destId="{7DE33E45-4EB9-476C-A41A-4837040A1EC0}" srcOrd="5" destOrd="0" presId="urn:microsoft.com/office/officeart/2005/8/layout/vList2"/>
    <dgm:cxn modelId="{8A55FF32-5554-4623-8B85-F7F43E401DA6}" type="presParOf" srcId="{A38E6BAE-2FEC-41E6-BBE4-BF86D2A15A39}" destId="{CAC26F9A-00A0-4B20-A6A6-A1B91B644667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348F8E1-5337-49ED-AEBD-2CCA71672F47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2735C2C7-0594-42D6-A05D-31EA4F12315F}">
      <dgm:prSet/>
      <dgm:spPr/>
      <dgm:t>
        <a:bodyPr/>
        <a:lstStyle/>
        <a:p>
          <a:r>
            <a:rPr lang="en-US"/>
            <a:t>• 1000 synthetic e-commerce orders</a:t>
          </a:r>
        </a:p>
      </dgm:t>
    </dgm:pt>
    <dgm:pt modelId="{A0CA7841-6DE2-43AA-BBB3-D7093C5CA28D}" type="parTrans" cxnId="{E106A3DA-4838-43A6-BA80-A734C4DD997D}">
      <dgm:prSet/>
      <dgm:spPr/>
      <dgm:t>
        <a:bodyPr/>
        <a:lstStyle/>
        <a:p>
          <a:endParaRPr lang="en-US"/>
        </a:p>
      </dgm:t>
    </dgm:pt>
    <dgm:pt modelId="{E94719C0-103C-4F09-B6C1-549D4F6EE16B}" type="sibTrans" cxnId="{E106A3DA-4838-43A6-BA80-A734C4DD997D}">
      <dgm:prSet/>
      <dgm:spPr/>
      <dgm:t>
        <a:bodyPr/>
        <a:lstStyle/>
        <a:p>
          <a:endParaRPr lang="en-US"/>
        </a:p>
      </dgm:t>
    </dgm:pt>
    <dgm:pt modelId="{5A8DD320-254D-4323-B1CF-D619C64364F2}">
      <dgm:prSet/>
      <dgm:spPr/>
      <dgm:t>
        <a:bodyPr/>
        <a:lstStyle/>
        <a:p>
          <a:r>
            <a:rPr lang="en-US"/>
            <a:t>• Fields include customer, order date, region, category, price, quantity</a:t>
          </a:r>
        </a:p>
      </dgm:t>
    </dgm:pt>
    <dgm:pt modelId="{A42F019B-B8AB-4072-AD07-EDE54ED96AD9}" type="parTrans" cxnId="{ECFA279A-9474-4774-BD00-18650766022E}">
      <dgm:prSet/>
      <dgm:spPr/>
      <dgm:t>
        <a:bodyPr/>
        <a:lstStyle/>
        <a:p>
          <a:endParaRPr lang="en-US"/>
        </a:p>
      </dgm:t>
    </dgm:pt>
    <dgm:pt modelId="{380DBB1B-5121-4263-A40C-02EF5146CE99}" type="sibTrans" cxnId="{ECFA279A-9474-4774-BD00-18650766022E}">
      <dgm:prSet/>
      <dgm:spPr/>
      <dgm:t>
        <a:bodyPr/>
        <a:lstStyle/>
        <a:p>
          <a:endParaRPr lang="en-US"/>
        </a:p>
      </dgm:t>
    </dgm:pt>
    <dgm:pt modelId="{266E47B8-97CA-4A56-BB7E-6817446C519A}">
      <dgm:prSet/>
      <dgm:spPr/>
      <dgm:t>
        <a:bodyPr/>
        <a:lstStyle/>
        <a:p>
          <a:r>
            <a:rPr lang="en-US"/>
            <a:t>• Calculated metric: revenue = price × quantity</a:t>
          </a:r>
        </a:p>
      </dgm:t>
    </dgm:pt>
    <dgm:pt modelId="{237BD19A-5E08-441A-9D9C-C0E62CDBC5F5}" type="parTrans" cxnId="{55A3FBAF-5CDF-415D-B6BB-75D48E6C6B3A}">
      <dgm:prSet/>
      <dgm:spPr/>
      <dgm:t>
        <a:bodyPr/>
        <a:lstStyle/>
        <a:p>
          <a:endParaRPr lang="en-US"/>
        </a:p>
      </dgm:t>
    </dgm:pt>
    <dgm:pt modelId="{1681EEE5-5F8A-4F16-9636-F5F7F9CDF117}" type="sibTrans" cxnId="{55A3FBAF-5CDF-415D-B6BB-75D48E6C6B3A}">
      <dgm:prSet/>
      <dgm:spPr/>
      <dgm:t>
        <a:bodyPr/>
        <a:lstStyle/>
        <a:p>
          <a:endParaRPr lang="en-US"/>
        </a:p>
      </dgm:t>
    </dgm:pt>
    <dgm:pt modelId="{27F88B32-AAAA-403F-B3D7-C2F6094D9610}">
      <dgm:prSet/>
      <dgm:spPr/>
      <dgm:t>
        <a:bodyPr/>
        <a:lstStyle/>
        <a:p>
          <a:r>
            <a:rPr lang="en-US"/>
            <a:t>• Additional computed fields: month, paid status</a:t>
          </a:r>
        </a:p>
      </dgm:t>
    </dgm:pt>
    <dgm:pt modelId="{ECD697E8-12D0-43ED-B3B7-3851213B2469}" type="parTrans" cxnId="{BCE24E5B-67AE-48B0-9790-6A65A4251CE9}">
      <dgm:prSet/>
      <dgm:spPr/>
      <dgm:t>
        <a:bodyPr/>
        <a:lstStyle/>
        <a:p>
          <a:endParaRPr lang="en-US"/>
        </a:p>
      </dgm:t>
    </dgm:pt>
    <dgm:pt modelId="{B5764622-6AF9-40D7-8018-0FDB1929089B}" type="sibTrans" cxnId="{BCE24E5B-67AE-48B0-9790-6A65A4251CE9}">
      <dgm:prSet/>
      <dgm:spPr/>
      <dgm:t>
        <a:bodyPr/>
        <a:lstStyle/>
        <a:p>
          <a:endParaRPr lang="en-US"/>
        </a:p>
      </dgm:t>
    </dgm:pt>
    <dgm:pt modelId="{EFE0CE4B-A1F7-4881-BB67-EC2369600177}" type="pres">
      <dgm:prSet presAssocID="{E348F8E1-5337-49ED-AEBD-2CCA71672F47}" presName="outerComposite" presStyleCnt="0">
        <dgm:presLayoutVars>
          <dgm:chMax val="5"/>
          <dgm:dir/>
          <dgm:resizeHandles val="exact"/>
        </dgm:presLayoutVars>
      </dgm:prSet>
      <dgm:spPr/>
    </dgm:pt>
    <dgm:pt modelId="{7A2D5E67-1286-4FCA-BE1F-7D4D24E074A8}" type="pres">
      <dgm:prSet presAssocID="{E348F8E1-5337-49ED-AEBD-2CCA71672F47}" presName="dummyMaxCanvas" presStyleCnt="0">
        <dgm:presLayoutVars/>
      </dgm:prSet>
      <dgm:spPr/>
    </dgm:pt>
    <dgm:pt modelId="{A531A779-C81D-44D4-9480-097AF6B7591C}" type="pres">
      <dgm:prSet presAssocID="{E348F8E1-5337-49ED-AEBD-2CCA71672F47}" presName="FourNodes_1" presStyleLbl="node1" presStyleIdx="0" presStyleCnt="4">
        <dgm:presLayoutVars>
          <dgm:bulletEnabled val="1"/>
        </dgm:presLayoutVars>
      </dgm:prSet>
      <dgm:spPr/>
    </dgm:pt>
    <dgm:pt modelId="{E5396C9C-BE47-4AD7-966D-5C8CBAF18D77}" type="pres">
      <dgm:prSet presAssocID="{E348F8E1-5337-49ED-AEBD-2CCA71672F47}" presName="FourNodes_2" presStyleLbl="node1" presStyleIdx="1" presStyleCnt="4">
        <dgm:presLayoutVars>
          <dgm:bulletEnabled val="1"/>
        </dgm:presLayoutVars>
      </dgm:prSet>
      <dgm:spPr/>
    </dgm:pt>
    <dgm:pt modelId="{8F7F0417-4F82-4782-81AB-530EEDC0C22B}" type="pres">
      <dgm:prSet presAssocID="{E348F8E1-5337-49ED-AEBD-2CCA71672F47}" presName="FourNodes_3" presStyleLbl="node1" presStyleIdx="2" presStyleCnt="4">
        <dgm:presLayoutVars>
          <dgm:bulletEnabled val="1"/>
        </dgm:presLayoutVars>
      </dgm:prSet>
      <dgm:spPr/>
    </dgm:pt>
    <dgm:pt modelId="{19F500DF-1B1F-47A5-A416-739A811BCD16}" type="pres">
      <dgm:prSet presAssocID="{E348F8E1-5337-49ED-AEBD-2CCA71672F47}" presName="FourNodes_4" presStyleLbl="node1" presStyleIdx="3" presStyleCnt="4">
        <dgm:presLayoutVars>
          <dgm:bulletEnabled val="1"/>
        </dgm:presLayoutVars>
      </dgm:prSet>
      <dgm:spPr/>
    </dgm:pt>
    <dgm:pt modelId="{8B2F5C82-3FB3-42F2-A19F-EDBD6AD211EE}" type="pres">
      <dgm:prSet presAssocID="{E348F8E1-5337-49ED-AEBD-2CCA71672F47}" presName="FourConn_1-2" presStyleLbl="fgAccFollowNode1" presStyleIdx="0" presStyleCnt="3">
        <dgm:presLayoutVars>
          <dgm:bulletEnabled val="1"/>
        </dgm:presLayoutVars>
      </dgm:prSet>
      <dgm:spPr/>
    </dgm:pt>
    <dgm:pt modelId="{19F4220E-C2A5-4B81-9FBB-5700F42CD07C}" type="pres">
      <dgm:prSet presAssocID="{E348F8E1-5337-49ED-AEBD-2CCA71672F47}" presName="FourConn_2-3" presStyleLbl="fgAccFollowNode1" presStyleIdx="1" presStyleCnt="3">
        <dgm:presLayoutVars>
          <dgm:bulletEnabled val="1"/>
        </dgm:presLayoutVars>
      </dgm:prSet>
      <dgm:spPr/>
    </dgm:pt>
    <dgm:pt modelId="{8F998E49-3676-4347-A938-04ADF77A9ED8}" type="pres">
      <dgm:prSet presAssocID="{E348F8E1-5337-49ED-AEBD-2CCA71672F47}" presName="FourConn_3-4" presStyleLbl="fgAccFollowNode1" presStyleIdx="2" presStyleCnt="3">
        <dgm:presLayoutVars>
          <dgm:bulletEnabled val="1"/>
        </dgm:presLayoutVars>
      </dgm:prSet>
      <dgm:spPr/>
    </dgm:pt>
    <dgm:pt modelId="{4C33F4A4-A5F3-4B19-AA8E-A716B051C74D}" type="pres">
      <dgm:prSet presAssocID="{E348F8E1-5337-49ED-AEBD-2CCA71672F47}" presName="FourNodes_1_text" presStyleLbl="node1" presStyleIdx="3" presStyleCnt="4">
        <dgm:presLayoutVars>
          <dgm:bulletEnabled val="1"/>
        </dgm:presLayoutVars>
      </dgm:prSet>
      <dgm:spPr/>
    </dgm:pt>
    <dgm:pt modelId="{F63A2F1B-AB28-4808-82DD-FFDA3E6F2177}" type="pres">
      <dgm:prSet presAssocID="{E348F8E1-5337-49ED-AEBD-2CCA71672F47}" presName="FourNodes_2_text" presStyleLbl="node1" presStyleIdx="3" presStyleCnt="4">
        <dgm:presLayoutVars>
          <dgm:bulletEnabled val="1"/>
        </dgm:presLayoutVars>
      </dgm:prSet>
      <dgm:spPr/>
    </dgm:pt>
    <dgm:pt modelId="{F609B619-FFDC-42B5-8C5E-DB1A5B7C7F1A}" type="pres">
      <dgm:prSet presAssocID="{E348F8E1-5337-49ED-AEBD-2CCA71672F47}" presName="FourNodes_3_text" presStyleLbl="node1" presStyleIdx="3" presStyleCnt="4">
        <dgm:presLayoutVars>
          <dgm:bulletEnabled val="1"/>
        </dgm:presLayoutVars>
      </dgm:prSet>
      <dgm:spPr/>
    </dgm:pt>
    <dgm:pt modelId="{2341AAD3-8D6E-4E8C-963B-7BEC4A2F93B1}" type="pres">
      <dgm:prSet presAssocID="{E348F8E1-5337-49ED-AEBD-2CCA71672F47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282A4222-C460-411F-BBED-16A77CFCF09D}" type="presOf" srcId="{266E47B8-97CA-4A56-BB7E-6817446C519A}" destId="{8F7F0417-4F82-4782-81AB-530EEDC0C22B}" srcOrd="0" destOrd="0" presId="urn:microsoft.com/office/officeart/2005/8/layout/vProcess5"/>
    <dgm:cxn modelId="{1B47CB29-7286-4EDD-8021-A47DBEBF6DE4}" type="presOf" srcId="{2735C2C7-0594-42D6-A05D-31EA4F12315F}" destId="{4C33F4A4-A5F3-4B19-AA8E-A716B051C74D}" srcOrd="1" destOrd="0" presId="urn:microsoft.com/office/officeart/2005/8/layout/vProcess5"/>
    <dgm:cxn modelId="{95939C2A-D4AA-431D-A524-324643700BEC}" type="presOf" srcId="{1681EEE5-5F8A-4F16-9636-F5F7F9CDF117}" destId="{8F998E49-3676-4347-A938-04ADF77A9ED8}" srcOrd="0" destOrd="0" presId="urn:microsoft.com/office/officeart/2005/8/layout/vProcess5"/>
    <dgm:cxn modelId="{BCE24E5B-67AE-48B0-9790-6A65A4251CE9}" srcId="{E348F8E1-5337-49ED-AEBD-2CCA71672F47}" destId="{27F88B32-AAAA-403F-B3D7-C2F6094D9610}" srcOrd="3" destOrd="0" parTransId="{ECD697E8-12D0-43ED-B3B7-3851213B2469}" sibTransId="{B5764622-6AF9-40D7-8018-0FDB1929089B}"/>
    <dgm:cxn modelId="{C32B8665-354B-42DA-8667-21FEA49090DC}" type="presOf" srcId="{E348F8E1-5337-49ED-AEBD-2CCA71672F47}" destId="{EFE0CE4B-A1F7-4881-BB67-EC2369600177}" srcOrd="0" destOrd="0" presId="urn:microsoft.com/office/officeart/2005/8/layout/vProcess5"/>
    <dgm:cxn modelId="{CAD92058-2E97-4A53-B24E-83DFEE4F7751}" type="presOf" srcId="{E94719C0-103C-4F09-B6C1-549D4F6EE16B}" destId="{8B2F5C82-3FB3-42F2-A19F-EDBD6AD211EE}" srcOrd="0" destOrd="0" presId="urn:microsoft.com/office/officeart/2005/8/layout/vProcess5"/>
    <dgm:cxn modelId="{C8127F5A-2C66-45D5-8DCB-BE221DE9EA85}" type="presOf" srcId="{5A8DD320-254D-4323-B1CF-D619C64364F2}" destId="{E5396C9C-BE47-4AD7-966D-5C8CBAF18D77}" srcOrd="0" destOrd="0" presId="urn:microsoft.com/office/officeart/2005/8/layout/vProcess5"/>
    <dgm:cxn modelId="{ECFA279A-9474-4774-BD00-18650766022E}" srcId="{E348F8E1-5337-49ED-AEBD-2CCA71672F47}" destId="{5A8DD320-254D-4323-B1CF-D619C64364F2}" srcOrd="1" destOrd="0" parTransId="{A42F019B-B8AB-4072-AD07-EDE54ED96AD9}" sibTransId="{380DBB1B-5121-4263-A40C-02EF5146CE99}"/>
    <dgm:cxn modelId="{42F44BA6-57B5-4991-97C7-7330BA1A7380}" type="presOf" srcId="{380DBB1B-5121-4263-A40C-02EF5146CE99}" destId="{19F4220E-C2A5-4B81-9FBB-5700F42CD07C}" srcOrd="0" destOrd="0" presId="urn:microsoft.com/office/officeart/2005/8/layout/vProcess5"/>
    <dgm:cxn modelId="{55A3FBAF-5CDF-415D-B6BB-75D48E6C6B3A}" srcId="{E348F8E1-5337-49ED-AEBD-2CCA71672F47}" destId="{266E47B8-97CA-4A56-BB7E-6817446C519A}" srcOrd="2" destOrd="0" parTransId="{237BD19A-5E08-441A-9D9C-C0E62CDBC5F5}" sibTransId="{1681EEE5-5F8A-4F16-9636-F5F7F9CDF117}"/>
    <dgm:cxn modelId="{191311C6-9FC6-439D-A8E2-32ADAED2FA4A}" type="presOf" srcId="{266E47B8-97CA-4A56-BB7E-6817446C519A}" destId="{F609B619-FFDC-42B5-8C5E-DB1A5B7C7F1A}" srcOrd="1" destOrd="0" presId="urn:microsoft.com/office/officeart/2005/8/layout/vProcess5"/>
    <dgm:cxn modelId="{3C8856D9-81C2-4D77-936D-DAB4B9A955CD}" type="presOf" srcId="{27F88B32-AAAA-403F-B3D7-C2F6094D9610}" destId="{2341AAD3-8D6E-4E8C-963B-7BEC4A2F93B1}" srcOrd="1" destOrd="0" presId="urn:microsoft.com/office/officeart/2005/8/layout/vProcess5"/>
    <dgm:cxn modelId="{E106A3DA-4838-43A6-BA80-A734C4DD997D}" srcId="{E348F8E1-5337-49ED-AEBD-2CCA71672F47}" destId="{2735C2C7-0594-42D6-A05D-31EA4F12315F}" srcOrd="0" destOrd="0" parTransId="{A0CA7841-6DE2-43AA-BBB3-D7093C5CA28D}" sibTransId="{E94719C0-103C-4F09-B6C1-549D4F6EE16B}"/>
    <dgm:cxn modelId="{A8C620DF-2BA1-48CB-93F1-D2AAC02A3B14}" type="presOf" srcId="{27F88B32-AAAA-403F-B3D7-C2F6094D9610}" destId="{19F500DF-1B1F-47A5-A416-739A811BCD16}" srcOrd="0" destOrd="0" presId="urn:microsoft.com/office/officeart/2005/8/layout/vProcess5"/>
    <dgm:cxn modelId="{DAD8E6F0-3B68-43D6-A86F-F7E73F46F415}" type="presOf" srcId="{5A8DD320-254D-4323-B1CF-D619C64364F2}" destId="{F63A2F1B-AB28-4808-82DD-FFDA3E6F2177}" srcOrd="1" destOrd="0" presId="urn:microsoft.com/office/officeart/2005/8/layout/vProcess5"/>
    <dgm:cxn modelId="{5DB1B9F6-1C45-4BEE-856F-865B9210E178}" type="presOf" srcId="{2735C2C7-0594-42D6-A05D-31EA4F12315F}" destId="{A531A779-C81D-44D4-9480-097AF6B7591C}" srcOrd="0" destOrd="0" presId="urn:microsoft.com/office/officeart/2005/8/layout/vProcess5"/>
    <dgm:cxn modelId="{605D4CE7-5913-4B34-A31D-0F8EBBB70241}" type="presParOf" srcId="{EFE0CE4B-A1F7-4881-BB67-EC2369600177}" destId="{7A2D5E67-1286-4FCA-BE1F-7D4D24E074A8}" srcOrd="0" destOrd="0" presId="urn:microsoft.com/office/officeart/2005/8/layout/vProcess5"/>
    <dgm:cxn modelId="{6B2C7270-1DC0-4852-A5E0-60502C552D98}" type="presParOf" srcId="{EFE0CE4B-A1F7-4881-BB67-EC2369600177}" destId="{A531A779-C81D-44D4-9480-097AF6B7591C}" srcOrd="1" destOrd="0" presId="urn:microsoft.com/office/officeart/2005/8/layout/vProcess5"/>
    <dgm:cxn modelId="{428E0F07-9732-4DB1-8E52-E9E7A71EB5F7}" type="presParOf" srcId="{EFE0CE4B-A1F7-4881-BB67-EC2369600177}" destId="{E5396C9C-BE47-4AD7-966D-5C8CBAF18D77}" srcOrd="2" destOrd="0" presId="urn:microsoft.com/office/officeart/2005/8/layout/vProcess5"/>
    <dgm:cxn modelId="{02D2F540-E871-442C-8192-8CB1B9F50F74}" type="presParOf" srcId="{EFE0CE4B-A1F7-4881-BB67-EC2369600177}" destId="{8F7F0417-4F82-4782-81AB-530EEDC0C22B}" srcOrd="3" destOrd="0" presId="urn:microsoft.com/office/officeart/2005/8/layout/vProcess5"/>
    <dgm:cxn modelId="{2ED30662-57E3-49F4-AB1D-E9DDAB6C1681}" type="presParOf" srcId="{EFE0CE4B-A1F7-4881-BB67-EC2369600177}" destId="{19F500DF-1B1F-47A5-A416-739A811BCD16}" srcOrd="4" destOrd="0" presId="urn:microsoft.com/office/officeart/2005/8/layout/vProcess5"/>
    <dgm:cxn modelId="{073E33FF-8FEE-4BC2-977B-B587A7A2303F}" type="presParOf" srcId="{EFE0CE4B-A1F7-4881-BB67-EC2369600177}" destId="{8B2F5C82-3FB3-42F2-A19F-EDBD6AD211EE}" srcOrd="5" destOrd="0" presId="urn:microsoft.com/office/officeart/2005/8/layout/vProcess5"/>
    <dgm:cxn modelId="{9CD7E540-6EAA-4916-A4B9-15459E0C99B9}" type="presParOf" srcId="{EFE0CE4B-A1F7-4881-BB67-EC2369600177}" destId="{19F4220E-C2A5-4B81-9FBB-5700F42CD07C}" srcOrd="6" destOrd="0" presId="urn:microsoft.com/office/officeart/2005/8/layout/vProcess5"/>
    <dgm:cxn modelId="{986888FC-3ACF-4EA5-9543-3E995D3FE7BF}" type="presParOf" srcId="{EFE0CE4B-A1F7-4881-BB67-EC2369600177}" destId="{8F998E49-3676-4347-A938-04ADF77A9ED8}" srcOrd="7" destOrd="0" presId="urn:microsoft.com/office/officeart/2005/8/layout/vProcess5"/>
    <dgm:cxn modelId="{0D553E81-4AC2-4FCF-9795-253809E57A67}" type="presParOf" srcId="{EFE0CE4B-A1F7-4881-BB67-EC2369600177}" destId="{4C33F4A4-A5F3-4B19-AA8E-A716B051C74D}" srcOrd="8" destOrd="0" presId="urn:microsoft.com/office/officeart/2005/8/layout/vProcess5"/>
    <dgm:cxn modelId="{BA5756F7-4CBF-4C4C-9F22-2B7B7B05A2CD}" type="presParOf" srcId="{EFE0CE4B-A1F7-4881-BB67-EC2369600177}" destId="{F63A2F1B-AB28-4808-82DD-FFDA3E6F2177}" srcOrd="9" destOrd="0" presId="urn:microsoft.com/office/officeart/2005/8/layout/vProcess5"/>
    <dgm:cxn modelId="{27136706-5150-4E7A-B850-05067DA5CD73}" type="presParOf" srcId="{EFE0CE4B-A1F7-4881-BB67-EC2369600177}" destId="{F609B619-FFDC-42B5-8C5E-DB1A5B7C7F1A}" srcOrd="10" destOrd="0" presId="urn:microsoft.com/office/officeart/2005/8/layout/vProcess5"/>
    <dgm:cxn modelId="{8B1F42E8-9887-48AF-88AE-4858E9A3BDF4}" type="presParOf" srcId="{EFE0CE4B-A1F7-4881-BB67-EC2369600177}" destId="{2341AAD3-8D6E-4E8C-963B-7BEC4A2F93B1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028E59A-4925-4BF6-986A-3056ADCEF923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66539FAB-4926-44C3-8150-509B45EEB05F}">
      <dgm:prSet/>
      <dgm:spPr/>
      <dgm:t>
        <a:bodyPr/>
        <a:lstStyle/>
        <a:p>
          <a:r>
            <a:rPr lang="en-US"/>
            <a:t>• Total revenue by product category</a:t>
          </a:r>
        </a:p>
      </dgm:t>
    </dgm:pt>
    <dgm:pt modelId="{79CE2FEA-17CA-4FF6-96EF-CD5B970E780D}" type="parTrans" cxnId="{99793D37-571B-4667-A90A-D8FB6E53116C}">
      <dgm:prSet/>
      <dgm:spPr/>
      <dgm:t>
        <a:bodyPr/>
        <a:lstStyle/>
        <a:p>
          <a:endParaRPr lang="en-US"/>
        </a:p>
      </dgm:t>
    </dgm:pt>
    <dgm:pt modelId="{54D1D90E-49FB-4C87-B42D-38E0D1537013}" type="sibTrans" cxnId="{99793D37-571B-4667-A90A-D8FB6E53116C}">
      <dgm:prSet/>
      <dgm:spPr/>
      <dgm:t>
        <a:bodyPr/>
        <a:lstStyle/>
        <a:p>
          <a:endParaRPr lang="en-US"/>
        </a:p>
      </dgm:t>
    </dgm:pt>
    <dgm:pt modelId="{F847655D-ECA3-4D33-B736-C0091928CEA3}">
      <dgm:prSet/>
      <dgm:spPr/>
      <dgm:t>
        <a:bodyPr/>
        <a:lstStyle/>
        <a:p>
          <a:r>
            <a:rPr lang="en-US"/>
            <a:t>• Total number of orders per category</a:t>
          </a:r>
        </a:p>
      </dgm:t>
    </dgm:pt>
    <dgm:pt modelId="{EA857824-9DF5-4DFA-AA51-AFD146D4A126}" type="parTrans" cxnId="{52154E89-C9D4-4F41-8AA5-0B5674BBFF7B}">
      <dgm:prSet/>
      <dgm:spPr/>
      <dgm:t>
        <a:bodyPr/>
        <a:lstStyle/>
        <a:p>
          <a:endParaRPr lang="en-US"/>
        </a:p>
      </dgm:t>
    </dgm:pt>
    <dgm:pt modelId="{9B1BA960-2754-40A8-BA3B-991A890B743A}" type="sibTrans" cxnId="{52154E89-C9D4-4F41-8AA5-0B5674BBFF7B}">
      <dgm:prSet/>
      <dgm:spPr/>
      <dgm:t>
        <a:bodyPr/>
        <a:lstStyle/>
        <a:p>
          <a:endParaRPr lang="en-US"/>
        </a:p>
      </dgm:t>
    </dgm:pt>
    <dgm:pt modelId="{C42448D5-3682-4C60-81C6-8196B9BAB0FA}">
      <dgm:prSet/>
      <dgm:spPr/>
      <dgm:t>
        <a:bodyPr/>
        <a:lstStyle/>
        <a:p>
          <a:r>
            <a:rPr lang="en-US"/>
            <a:t>• Average order value to compare category efficiency</a:t>
          </a:r>
        </a:p>
      </dgm:t>
    </dgm:pt>
    <dgm:pt modelId="{8B910DBE-2342-4474-AE1C-E5F832828F9B}" type="parTrans" cxnId="{DFE69027-A897-4ADF-AF58-C36B6A96E1E3}">
      <dgm:prSet/>
      <dgm:spPr/>
      <dgm:t>
        <a:bodyPr/>
        <a:lstStyle/>
        <a:p>
          <a:endParaRPr lang="en-US"/>
        </a:p>
      </dgm:t>
    </dgm:pt>
    <dgm:pt modelId="{F234F521-50CF-4A3D-9D19-74922D1AEF0A}" type="sibTrans" cxnId="{DFE69027-A897-4ADF-AF58-C36B6A96E1E3}">
      <dgm:prSet/>
      <dgm:spPr/>
      <dgm:t>
        <a:bodyPr/>
        <a:lstStyle/>
        <a:p>
          <a:endParaRPr lang="en-US"/>
        </a:p>
      </dgm:t>
    </dgm:pt>
    <dgm:pt modelId="{A18021FB-2487-404C-BB97-F1B8DCC9DCF8}" type="pres">
      <dgm:prSet presAssocID="{1028E59A-4925-4BF6-986A-3056ADCEF923}" presName="root" presStyleCnt="0">
        <dgm:presLayoutVars>
          <dgm:dir/>
          <dgm:resizeHandles val="exact"/>
        </dgm:presLayoutVars>
      </dgm:prSet>
      <dgm:spPr/>
    </dgm:pt>
    <dgm:pt modelId="{1CCE0DBE-6AC2-4D97-AEC9-FC841567A706}" type="pres">
      <dgm:prSet presAssocID="{66539FAB-4926-44C3-8150-509B45EEB05F}" presName="compNode" presStyleCnt="0"/>
      <dgm:spPr/>
    </dgm:pt>
    <dgm:pt modelId="{B961CFBC-E2B3-4C4A-8FA3-5D316719F8F1}" type="pres">
      <dgm:prSet presAssocID="{66539FAB-4926-44C3-8150-509B45EEB05F}" presName="bgRect" presStyleLbl="bgShp" presStyleIdx="0" presStyleCnt="3"/>
      <dgm:spPr/>
    </dgm:pt>
    <dgm:pt modelId="{257D4C68-7E2E-414F-935A-B4C7C02CCA58}" type="pres">
      <dgm:prSet presAssocID="{66539FAB-4926-44C3-8150-509B45EEB05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E43238C6-8A86-4144-B613-5B08A122DA68}" type="pres">
      <dgm:prSet presAssocID="{66539FAB-4926-44C3-8150-509B45EEB05F}" presName="spaceRect" presStyleCnt="0"/>
      <dgm:spPr/>
    </dgm:pt>
    <dgm:pt modelId="{818D3E61-905F-47AC-AF82-79F6BDF6748B}" type="pres">
      <dgm:prSet presAssocID="{66539FAB-4926-44C3-8150-509B45EEB05F}" presName="parTx" presStyleLbl="revTx" presStyleIdx="0" presStyleCnt="3">
        <dgm:presLayoutVars>
          <dgm:chMax val="0"/>
          <dgm:chPref val="0"/>
        </dgm:presLayoutVars>
      </dgm:prSet>
      <dgm:spPr/>
    </dgm:pt>
    <dgm:pt modelId="{34352970-03D6-40B2-96D3-BEA451A65438}" type="pres">
      <dgm:prSet presAssocID="{54D1D90E-49FB-4C87-B42D-38E0D1537013}" presName="sibTrans" presStyleCnt="0"/>
      <dgm:spPr/>
    </dgm:pt>
    <dgm:pt modelId="{08EB2DEF-06D5-440B-9E9A-3C33AA6C18F6}" type="pres">
      <dgm:prSet presAssocID="{F847655D-ECA3-4D33-B736-C0091928CEA3}" presName="compNode" presStyleCnt="0"/>
      <dgm:spPr/>
    </dgm:pt>
    <dgm:pt modelId="{D07C0642-3054-47D3-84CB-7AAE4DD14D77}" type="pres">
      <dgm:prSet presAssocID="{F847655D-ECA3-4D33-B736-C0091928CEA3}" presName="bgRect" presStyleLbl="bgShp" presStyleIdx="1" presStyleCnt="3"/>
      <dgm:spPr/>
    </dgm:pt>
    <dgm:pt modelId="{10EC930A-23F7-4A3B-8312-70382B2B0EDC}" type="pres">
      <dgm:prSet presAssocID="{F847655D-ECA3-4D33-B736-C0091928CEA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g"/>
        </a:ext>
      </dgm:extLst>
    </dgm:pt>
    <dgm:pt modelId="{F9D278F1-7C07-49EB-A615-ADC82AE66715}" type="pres">
      <dgm:prSet presAssocID="{F847655D-ECA3-4D33-B736-C0091928CEA3}" presName="spaceRect" presStyleCnt="0"/>
      <dgm:spPr/>
    </dgm:pt>
    <dgm:pt modelId="{F74B0572-1F79-4099-B4CE-3451D1881334}" type="pres">
      <dgm:prSet presAssocID="{F847655D-ECA3-4D33-B736-C0091928CEA3}" presName="parTx" presStyleLbl="revTx" presStyleIdx="1" presStyleCnt="3">
        <dgm:presLayoutVars>
          <dgm:chMax val="0"/>
          <dgm:chPref val="0"/>
        </dgm:presLayoutVars>
      </dgm:prSet>
      <dgm:spPr/>
    </dgm:pt>
    <dgm:pt modelId="{C479514C-FADD-4B07-A8F6-79A216BB08BF}" type="pres">
      <dgm:prSet presAssocID="{9B1BA960-2754-40A8-BA3B-991A890B743A}" presName="sibTrans" presStyleCnt="0"/>
      <dgm:spPr/>
    </dgm:pt>
    <dgm:pt modelId="{339FE3B2-A137-4430-9D84-E71BBA597F17}" type="pres">
      <dgm:prSet presAssocID="{C42448D5-3682-4C60-81C6-8196B9BAB0FA}" presName="compNode" presStyleCnt="0"/>
      <dgm:spPr/>
    </dgm:pt>
    <dgm:pt modelId="{AC6655B3-74BE-4286-BAAC-1EB2D567F099}" type="pres">
      <dgm:prSet presAssocID="{C42448D5-3682-4C60-81C6-8196B9BAB0FA}" presName="bgRect" presStyleLbl="bgShp" presStyleIdx="2" presStyleCnt="3"/>
      <dgm:spPr/>
    </dgm:pt>
    <dgm:pt modelId="{2EA1A8A7-1712-44CB-9873-93F6B9AD88A6}" type="pres">
      <dgm:prSet presAssocID="{C42448D5-3682-4C60-81C6-8196B9BAB0FA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30DD969F-EA80-4A0A-A1C5-40A55629B514}" type="pres">
      <dgm:prSet presAssocID="{C42448D5-3682-4C60-81C6-8196B9BAB0FA}" presName="spaceRect" presStyleCnt="0"/>
      <dgm:spPr/>
    </dgm:pt>
    <dgm:pt modelId="{78B6FCCA-5543-49F7-B09E-AE2B778D8AC7}" type="pres">
      <dgm:prSet presAssocID="{C42448D5-3682-4C60-81C6-8196B9BAB0F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DFE69027-A897-4ADF-AF58-C36B6A96E1E3}" srcId="{1028E59A-4925-4BF6-986A-3056ADCEF923}" destId="{C42448D5-3682-4C60-81C6-8196B9BAB0FA}" srcOrd="2" destOrd="0" parTransId="{8B910DBE-2342-4474-AE1C-E5F832828F9B}" sibTransId="{F234F521-50CF-4A3D-9D19-74922D1AEF0A}"/>
    <dgm:cxn modelId="{99793D37-571B-4667-A90A-D8FB6E53116C}" srcId="{1028E59A-4925-4BF6-986A-3056ADCEF923}" destId="{66539FAB-4926-44C3-8150-509B45EEB05F}" srcOrd="0" destOrd="0" parTransId="{79CE2FEA-17CA-4FF6-96EF-CD5B970E780D}" sibTransId="{54D1D90E-49FB-4C87-B42D-38E0D1537013}"/>
    <dgm:cxn modelId="{E32CD47F-D5CE-4DA5-AE63-1B6BFD165130}" type="presOf" srcId="{66539FAB-4926-44C3-8150-509B45EEB05F}" destId="{818D3E61-905F-47AC-AF82-79F6BDF6748B}" srcOrd="0" destOrd="0" presId="urn:microsoft.com/office/officeart/2018/2/layout/IconVerticalSolidList"/>
    <dgm:cxn modelId="{52154E89-C9D4-4F41-8AA5-0B5674BBFF7B}" srcId="{1028E59A-4925-4BF6-986A-3056ADCEF923}" destId="{F847655D-ECA3-4D33-B736-C0091928CEA3}" srcOrd="1" destOrd="0" parTransId="{EA857824-9DF5-4DFA-AA51-AFD146D4A126}" sibTransId="{9B1BA960-2754-40A8-BA3B-991A890B743A}"/>
    <dgm:cxn modelId="{C032AEB0-F46D-4989-8184-E585F12646E7}" type="presOf" srcId="{1028E59A-4925-4BF6-986A-3056ADCEF923}" destId="{A18021FB-2487-404C-BB97-F1B8DCC9DCF8}" srcOrd="0" destOrd="0" presId="urn:microsoft.com/office/officeart/2018/2/layout/IconVerticalSolidList"/>
    <dgm:cxn modelId="{6E1F83C7-F197-4874-933F-7CBF82F8B078}" type="presOf" srcId="{F847655D-ECA3-4D33-B736-C0091928CEA3}" destId="{F74B0572-1F79-4099-B4CE-3451D1881334}" srcOrd="0" destOrd="0" presId="urn:microsoft.com/office/officeart/2018/2/layout/IconVerticalSolidList"/>
    <dgm:cxn modelId="{312DACE4-9FF8-4D2E-B9D2-EA168216FA0C}" type="presOf" srcId="{C42448D5-3682-4C60-81C6-8196B9BAB0FA}" destId="{78B6FCCA-5543-49F7-B09E-AE2B778D8AC7}" srcOrd="0" destOrd="0" presId="urn:microsoft.com/office/officeart/2018/2/layout/IconVerticalSolidList"/>
    <dgm:cxn modelId="{2D46D5A9-A4F3-49D4-8258-035DEF0F8D00}" type="presParOf" srcId="{A18021FB-2487-404C-BB97-F1B8DCC9DCF8}" destId="{1CCE0DBE-6AC2-4D97-AEC9-FC841567A706}" srcOrd="0" destOrd="0" presId="urn:microsoft.com/office/officeart/2018/2/layout/IconVerticalSolidList"/>
    <dgm:cxn modelId="{CF36966C-646F-487D-AA76-B0C8DF9C769A}" type="presParOf" srcId="{1CCE0DBE-6AC2-4D97-AEC9-FC841567A706}" destId="{B961CFBC-E2B3-4C4A-8FA3-5D316719F8F1}" srcOrd="0" destOrd="0" presId="urn:microsoft.com/office/officeart/2018/2/layout/IconVerticalSolidList"/>
    <dgm:cxn modelId="{AC563964-41B7-4E01-AC5C-EC297EAD9A41}" type="presParOf" srcId="{1CCE0DBE-6AC2-4D97-AEC9-FC841567A706}" destId="{257D4C68-7E2E-414F-935A-B4C7C02CCA58}" srcOrd="1" destOrd="0" presId="urn:microsoft.com/office/officeart/2018/2/layout/IconVerticalSolidList"/>
    <dgm:cxn modelId="{C064FF9E-BFF6-4116-91E5-C0F8937E3D1C}" type="presParOf" srcId="{1CCE0DBE-6AC2-4D97-AEC9-FC841567A706}" destId="{E43238C6-8A86-4144-B613-5B08A122DA68}" srcOrd="2" destOrd="0" presId="urn:microsoft.com/office/officeart/2018/2/layout/IconVerticalSolidList"/>
    <dgm:cxn modelId="{F09EDDCB-AA63-482B-B380-222CD56488A3}" type="presParOf" srcId="{1CCE0DBE-6AC2-4D97-AEC9-FC841567A706}" destId="{818D3E61-905F-47AC-AF82-79F6BDF6748B}" srcOrd="3" destOrd="0" presId="urn:microsoft.com/office/officeart/2018/2/layout/IconVerticalSolidList"/>
    <dgm:cxn modelId="{0825DEE2-B01B-49A3-94A5-5208DAE07CB7}" type="presParOf" srcId="{A18021FB-2487-404C-BB97-F1B8DCC9DCF8}" destId="{34352970-03D6-40B2-96D3-BEA451A65438}" srcOrd="1" destOrd="0" presId="urn:microsoft.com/office/officeart/2018/2/layout/IconVerticalSolidList"/>
    <dgm:cxn modelId="{04529D75-F2B4-4A70-9ADB-3ABE03F83560}" type="presParOf" srcId="{A18021FB-2487-404C-BB97-F1B8DCC9DCF8}" destId="{08EB2DEF-06D5-440B-9E9A-3C33AA6C18F6}" srcOrd="2" destOrd="0" presId="urn:microsoft.com/office/officeart/2018/2/layout/IconVerticalSolidList"/>
    <dgm:cxn modelId="{70FCF28F-82BD-4280-BE7D-9E7134CBCF1B}" type="presParOf" srcId="{08EB2DEF-06D5-440B-9E9A-3C33AA6C18F6}" destId="{D07C0642-3054-47D3-84CB-7AAE4DD14D77}" srcOrd="0" destOrd="0" presId="urn:microsoft.com/office/officeart/2018/2/layout/IconVerticalSolidList"/>
    <dgm:cxn modelId="{8AD794D5-CDBE-4291-B82C-9671C874ACDA}" type="presParOf" srcId="{08EB2DEF-06D5-440B-9E9A-3C33AA6C18F6}" destId="{10EC930A-23F7-4A3B-8312-70382B2B0EDC}" srcOrd="1" destOrd="0" presId="urn:microsoft.com/office/officeart/2018/2/layout/IconVerticalSolidList"/>
    <dgm:cxn modelId="{77863609-7C57-4640-9394-8DDD9C836D88}" type="presParOf" srcId="{08EB2DEF-06D5-440B-9E9A-3C33AA6C18F6}" destId="{F9D278F1-7C07-49EB-A615-ADC82AE66715}" srcOrd="2" destOrd="0" presId="urn:microsoft.com/office/officeart/2018/2/layout/IconVerticalSolidList"/>
    <dgm:cxn modelId="{7F65056F-E52F-430D-A99E-158109170185}" type="presParOf" srcId="{08EB2DEF-06D5-440B-9E9A-3C33AA6C18F6}" destId="{F74B0572-1F79-4099-B4CE-3451D1881334}" srcOrd="3" destOrd="0" presId="urn:microsoft.com/office/officeart/2018/2/layout/IconVerticalSolidList"/>
    <dgm:cxn modelId="{2894CF73-B24D-4F58-89D6-355473515F0E}" type="presParOf" srcId="{A18021FB-2487-404C-BB97-F1B8DCC9DCF8}" destId="{C479514C-FADD-4B07-A8F6-79A216BB08BF}" srcOrd="3" destOrd="0" presId="urn:microsoft.com/office/officeart/2018/2/layout/IconVerticalSolidList"/>
    <dgm:cxn modelId="{BD0BF65B-9451-4EC0-8B29-7EB8AA9C7C01}" type="presParOf" srcId="{A18021FB-2487-404C-BB97-F1B8DCC9DCF8}" destId="{339FE3B2-A137-4430-9D84-E71BBA597F17}" srcOrd="4" destOrd="0" presId="urn:microsoft.com/office/officeart/2018/2/layout/IconVerticalSolidList"/>
    <dgm:cxn modelId="{DCFC21DA-2296-49DE-932C-49BCF3A3217F}" type="presParOf" srcId="{339FE3B2-A137-4430-9D84-E71BBA597F17}" destId="{AC6655B3-74BE-4286-BAAC-1EB2D567F099}" srcOrd="0" destOrd="0" presId="urn:microsoft.com/office/officeart/2018/2/layout/IconVerticalSolidList"/>
    <dgm:cxn modelId="{B5ECBE57-890B-4DCD-A087-D37F8E9374F5}" type="presParOf" srcId="{339FE3B2-A137-4430-9D84-E71BBA597F17}" destId="{2EA1A8A7-1712-44CB-9873-93F6B9AD88A6}" srcOrd="1" destOrd="0" presId="urn:microsoft.com/office/officeart/2018/2/layout/IconVerticalSolidList"/>
    <dgm:cxn modelId="{7D30D813-A02F-454C-AAFE-5C6AAA466F1D}" type="presParOf" srcId="{339FE3B2-A137-4430-9D84-E71BBA597F17}" destId="{30DD969F-EA80-4A0A-A1C5-40A55629B514}" srcOrd="2" destOrd="0" presId="urn:microsoft.com/office/officeart/2018/2/layout/IconVerticalSolidList"/>
    <dgm:cxn modelId="{DFCDD24D-52F5-41EF-9DF6-093297B96AAB}" type="presParOf" srcId="{339FE3B2-A137-4430-9D84-E71BBA597F17}" destId="{78B6FCCA-5543-49F7-B09E-AE2B778D8AC7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F73413E-9D8F-47C7-879E-A125F2FAF1C7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C6B979F6-2937-4740-A7E5-418945E7C476}">
      <dgm:prSet/>
      <dgm:spPr/>
      <dgm:t>
        <a:bodyPr/>
        <a:lstStyle/>
        <a:p>
          <a:r>
            <a:rPr lang="en-US"/>
            <a:t>• Revenue aggregated by month</a:t>
          </a:r>
        </a:p>
      </dgm:t>
    </dgm:pt>
    <dgm:pt modelId="{60853FD5-1658-4D08-9DC8-F7C15E0F252B}" type="parTrans" cxnId="{4C9F3957-0557-4BCD-A942-EEC1E77F3D79}">
      <dgm:prSet/>
      <dgm:spPr/>
      <dgm:t>
        <a:bodyPr/>
        <a:lstStyle/>
        <a:p>
          <a:endParaRPr lang="en-US"/>
        </a:p>
      </dgm:t>
    </dgm:pt>
    <dgm:pt modelId="{1A4E353E-02D5-44D2-B1C6-8CCEFF71B688}" type="sibTrans" cxnId="{4C9F3957-0557-4BCD-A942-EEC1E77F3D79}">
      <dgm:prSet/>
      <dgm:spPr/>
      <dgm:t>
        <a:bodyPr/>
        <a:lstStyle/>
        <a:p>
          <a:endParaRPr lang="en-US"/>
        </a:p>
      </dgm:t>
    </dgm:pt>
    <dgm:pt modelId="{B076B378-C3BA-4B08-AFE9-6BA8295D3588}">
      <dgm:prSet/>
      <dgm:spPr/>
      <dgm:t>
        <a:bodyPr/>
        <a:lstStyle/>
        <a:p>
          <a:r>
            <a:rPr lang="en-US"/>
            <a:t>• Pivoted by region to compare performance</a:t>
          </a:r>
        </a:p>
      </dgm:t>
    </dgm:pt>
    <dgm:pt modelId="{B4CEE323-119E-4754-A1BA-C67FA80B1C83}" type="parTrans" cxnId="{CF1673D5-E6B4-42E7-A871-1DEDF2FE332F}">
      <dgm:prSet/>
      <dgm:spPr/>
      <dgm:t>
        <a:bodyPr/>
        <a:lstStyle/>
        <a:p>
          <a:endParaRPr lang="en-US"/>
        </a:p>
      </dgm:t>
    </dgm:pt>
    <dgm:pt modelId="{FB704910-2F9F-47C4-B1F6-C5F110CE63B8}" type="sibTrans" cxnId="{CF1673D5-E6B4-42E7-A871-1DEDF2FE332F}">
      <dgm:prSet/>
      <dgm:spPr/>
      <dgm:t>
        <a:bodyPr/>
        <a:lstStyle/>
        <a:p>
          <a:endParaRPr lang="en-US"/>
        </a:p>
      </dgm:t>
    </dgm:pt>
    <dgm:pt modelId="{1DDADFCC-3E0C-49D2-AAD1-61CEE95E12BE}">
      <dgm:prSet/>
      <dgm:spPr/>
      <dgm:t>
        <a:bodyPr/>
        <a:lstStyle/>
        <a:p>
          <a:r>
            <a:rPr lang="en-US"/>
            <a:t>• Identifies seasonal or regional fluctuations</a:t>
          </a:r>
        </a:p>
      </dgm:t>
    </dgm:pt>
    <dgm:pt modelId="{FC415860-C2EA-4020-B341-0605C4EA91AB}" type="parTrans" cxnId="{DDA8FF45-C723-4319-9599-71F18C1A5BC1}">
      <dgm:prSet/>
      <dgm:spPr/>
      <dgm:t>
        <a:bodyPr/>
        <a:lstStyle/>
        <a:p>
          <a:endParaRPr lang="en-US"/>
        </a:p>
      </dgm:t>
    </dgm:pt>
    <dgm:pt modelId="{F298D5C6-699D-4829-88A7-EB8B62E02775}" type="sibTrans" cxnId="{DDA8FF45-C723-4319-9599-71F18C1A5BC1}">
      <dgm:prSet/>
      <dgm:spPr/>
      <dgm:t>
        <a:bodyPr/>
        <a:lstStyle/>
        <a:p>
          <a:endParaRPr lang="en-US"/>
        </a:p>
      </dgm:t>
    </dgm:pt>
    <dgm:pt modelId="{A3C48E02-6EE2-49BB-B839-5F86D110B4D4}" type="pres">
      <dgm:prSet presAssocID="{1F73413E-9D8F-47C7-879E-A125F2FAF1C7}" presName="linear" presStyleCnt="0">
        <dgm:presLayoutVars>
          <dgm:animLvl val="lvl"/>
          <dgm:resizeHandles val="exact"/>
        </dgm:presLayoutVars>
      </dgm:prSet>
      <dgm:spPr/>
    </dgm:pt>
    <dgm:pt modelId="{1A57A9A9-BA9E-49AE-80ED-19965B592C65}" type="pres">
      <dgm:prSet presAssocID="{C6B979F6-2937-4740-A7E5-418945E7C476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4BAC6B1B-C0A8-4873-BBAB-A6B0CD7F046C}" type="pres">
      <dgm:prSet presAssocID="{1A4E353E-02D5-44D2-B1C6-8CCEFF71B688}" presName="spacer" presStyleCnt="0"/>
      <dgm:spPr/>
    </dgm:pt>
    <dgm:pt modelId="{46A856E6-5FEB-4077-9D44-F9D90F012996}" type="pres">
      <dgm:prSet presAssocID="{B076B378-C3BA-4B08-AFE9-6BA8295D3588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ECF6D8FB-1B6D-4E32-A916-BD0D4416EBE3}" type="pres">
      <dgm:prSet presAssocID="{FB704910-2F9F-47C4-B1F6-C5F110CE63B8}" presName="spacer" presStyleCnt="0"/>
      <dgm:spPr/>
    </dgm:pt>
    <dgm:pt modelId="{5A92912A-67E8-4473-9EC7-1DFE9F930BC2}" type="pres">
      <dgm:prSet presAssocID="{1DDADFCC-3E0C-49D2-AAD1-61CEE95E12BE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75D9EE31-1EA1-41E9-A9A1-F3BDBD98BC8F}" type="presOf" srcId="{B076B378-C3BA-4B08-AFE9-6BA8295D3588}" destId="{46A856E6-5FEB-4077-9D44-F9D90F012996}" srcOrd="0" destOrd="0" presId="urn:microsoft.com/office/officeart/2005/8/layout/vList2"/>
    <dgm:cxn modelId="{DDA8FF45-C723-4319-9599-71F18C1A5BC1}" srcId="{1F73413E-9D8F-47C7-879E-A125F2FAF1C7}" destId="{1DDADFCC-3E0C-49D2-AAD1-61CEE95E12BE}" srcOrd="2" destOrd="0" parTransId="{FC415860-C2EA-4020-B341-0605C4EA91AB}" sibTransId="{F298D5C6-699D-4829-88A7-EB8B62E02775}"/>
    <dgm:cxn modelId="{4F700474-6170-45A3-8636-C45201B2FB83}" type="presOf" srcId="{1F73413E-9D8F-47C7-879E-A125F2FAF1C7}" destId="{A3C48E02-6EE2-49BB-B839-5F86D110B4D4}" srcOrd="0" destOrd="0" presId="urn:microsoft.com/office/officeart/2005/8/layout/vList2"/>
    <dgm:cxn modelId="{4C9F3957-0557-4BCD-A942-EEC1E77F3D79}" srcId="{1F73413E-9D8F-47C7-879E-A125F2FAF1C7}" destId="{C6B979F6-2937-4740-A7E5-418945E7C476}" srcOrd="0" destOrd="0" parTransId="{60853FD5-1658-4D08-9DC8-F7C15E0F252B}" sibTransId="{1A4E353E-02D5-44D2-B1C6-8CCEFF71B688}"/>
    <dgm:cxn modelId="{FC49B88D-1981-4A3D-B8AD-099780C13C8A}" type="presOf" srcId="{1DDADFCC-3E0C-49D2-AAD1-61CEE95E12BE}" destId="{5A92912A-67E8-4473-9EC7-1DFE9F930BC2}" srcOrd="0" destOrd="0" presId="urn:microsoft.com/office/officeart/2005/8/layout/vList2"/>
    <dgm:cxn modelId="{CF1673D5-E6B4-42E7-A871-1DEDF2FE332F}" srcId="{1F73413E-9D8F-47C7-879E-A125F2FAF1C7}" destId="{B076B378-C3BA-4B08-AFE9-6BA8295D3588}" srcOrd="1" destOrd="0" parTransId="{B4CEE323-119E-4754-A1BA-C67FA80B1C83}" sibTransId="{FB704910-2F9F-47C4-B1F6-C5F110CE63B8}"/>
    <dgm:cxn modelId="{A63017DF-B996-43EB-BD01-1AAEB9A67A7E}" type="presOf" srcId="{C6B979F6-2937-4740-A7E5-418945E7C476}" destId="{1A57A9A9-BA9E-49AE-80ED-19965B592C65}" srcOrd="0" destOrd="0" presId="urn:microsoft.com/office/officeart/2005/8/layout/vList2"/>
    <dgm:cxn modelId="{0177EE96-B02C-4228-9384-A675128B334D}" type="presParOf" srcId="{A3C48E02-6EE2-49BB-B839-5F86D110B4D4}" destId="{1A57A9A9-BA9E-49AE-80ED-19965B592C65}" srcOrd="0" destOrd="0" presId="urn:microsoft.com/office/officeart/2005/8/layout/vList2"/>
    <dgm:cxn modelId="{3F806BF9-71EE-45AA-B166-E9C8D0556F63}" type="presParOf" srcId="{A3C48E02-6EE2-49BB-B839-5F86D110B4D4}" destId="{4BAC6B1B-C0A8-4873-BBAB-A6B0CD7F046C}" srcOrd="1" destOrd="0" presId="urn:microsoft.com/office/officeart/2005/8/layout/vList2"/>
    <dgm:cxn modelId="{489741DD-6563-4F52-B681-B447CD823FE9}" type="presParOf" srcId="{A3C48E02-6EE2-49BB-B839-5F86D110B4D4}" destId="{46A856E6-5FEB-4077-9D44-F9D90F012996}" srcOrd="2" destOrd="0" presId="urn:microsoft.com/office/officeart/2005/8/layout/vList2"/>
    <dgm:cxn modelId="{8DD6A82E-1ABE-4323-9421-CEE5E9DFFAB2}" type="presParOf" srcId="{A3C48E02-6EE2-49BB-B839-5F86D110B4D4}" destId="{ECF6D8FB-1B6D-4E32-A916-BD0D4416EBE3}" srcOrd="3" destOrd="0" presId="urn:microsoft.com/office/officeart/2005/8/layout/vList2"/>
    <dgm:cxn modelId="{54B402A3-29F2-4F85-A29A-8438115BF456}" type="presParOf" srcId="{A3C48E02-6EE2-49BB-B839-5F86D110B4D4}" destId="{5A92912A-67E8-4473-9EC7-1DFE9F930BC2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0E6326C1-B8F2-419C-9595-1581CA20FD25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56268C9D-5EFC-4D0A-9B64-C59E5D64FD04}">
      <dgm:prSet/>
      <dgm:spPr/>
      <dgm:t>
        <a:bodyPr/>
        <a:lstStyle/>
        <a:p>
          <a:r>
            <a:rPr lang="en-US"/>
            <a:t>• Computation of first and last order dates</a:t>
          </a:r>
        </a:p>
      </dgm:t>
    </dgm:pt>
    <dgm:pt modelId="{0F001487-4BA4-4173-A65D-BC3C41434171}" type="parTrans" cxnId="{F7590A6D-AC22-459E-8407-81B603EA242C}">
      <dgm:prSet/>
      <dgm:spPr/>
      <dgm:t>
        <a:bodyPr/>
        <a:lstStyle/>
        <a:p>
          <a:endParaRPr lang="en-US"/>
        </a:p>
      </dgm:t>
    </dgm:pt>
    <dgm:pt modelId="{F75413B0-C5DA-4127-B764-3D9BFE808E8C}" type="sibTrans" cxnId="{F7590A6D-AC22-459E-8407-81B603EA242C}">
      <dgm:prSet/>
      <dgm:spPr/>
      <dgm:t>
        <a:bodyPr/>
        <a:lstStyle/>
        <a:p>
          <a:endParaRPr lang="en-US"/>
        </a:p>
      </dgm:t>
    </dgm:pt>
    <dgm:pt modelId="{F639F962-0B76-4360-A596-8F899B980073}">
      <dgm:prSet/>
      <dgm:spPr/>
      <dgm:t>
        <a:bodyPr/>
        <a:lstStyle/>
        <a:p>
          <a:r>
            <a:rPr lang="en-US"/>
            <a:t>• Customer lifetime spend values</a:t>
          </a:r>
        </a:p>
      </dgm:t>
    </dgm:pt>
    <dgm:pt modelId="{426AE54E-8DB4-4094-AC9D-AE9F832A2CED}" type="parTrans" cxnId="{F84B33C8-92E7-460B-9C42-A495CE3422C0}">
      <dgm:prSet/>
      <dgm:spPr/>
      <dgm:t>
        <a:bodyPr/>
        <a:lstStyle/>
        <a:p>
          <a:endParaRPr lang="en-US"/>
        </a:p>
      </dgm:t>
    </dgm:pt>
    <dgm:pt modelId="{DCB65E17-2469-4B49-BA08-EE4F373A1928}" type="sibTrans" cxnId="{F84B33C8-92E7-460B-9C42-A495CE3422C0}">
      <dgm:prSet/>
      <dgm:spPr/>
      <dgm:t>
        <a:bodyPr/>
        <a:lstStyle/>
        <a:p>
          <a:endParaRPr lang="en-US"/>
        </a:p>
      </dgm:t>
    </dgm:pt>
    <dgm:pt modelId="{3C1CC7A0-0C03-4A84-9788-17EC1A26DA03}">
      <dgm:prSet/>
      <dgm:spPr/>
      <dgm:t>
        <a:bodyPr/>
        <a:lstStyle/>
        <a:p>
          <a:r>
            <a:rPr lang="en-US"/>
            <a:t>• Days between first and last order</a:t>
          </a:r>
        </a:p>
      </dgm:t>
    </dgm:pt>
    <dgm:pt modelId="{982EBA5F-3A8A-4063-A150-9AE79796C32E}" type="parTrans" cxnId="{82D03862-4742-49EF-8C6D-13111AD3E98C}">
      <dgm:prSet/>
      <dgm:spPr/>
      <dgm:t>
        <a:bodyPr/>
        <a:lstStyle/>
        <a:p>
          <a:endParaRPr lang="en-US"/>
        </a:p>
      </dgm:t>
    </dgm:pt>
    <dgm:pt modelId="{1855F9CB-573B-4B69-9E08-2FE9A956AB4A}" type="sibTrans" cxnId="{82D03862-4742-49EF-8C6D-13111AD3E98C}">
      <dgm:prSet/>
      <dgm:spPr/>
      <dgm:t>
        <a:bodyPr/>
        <a:lstStyle/>
        <a:p>
          <a:endParaRPr lang="en-US"/>
        </a:p>
      </dgm:t>
    </dgm:pt>
    <dgm:pt modelId="{FEE365AB-0641-4468-BCA6-AD685ABC494E}">
      <dgm:prSet/>
      <dgm:spPr/>
      <dgm:t>
        <a:bodyPr/>
        <a:lstStyle/>
        <a:p>
          <a:r>
            <a:rPr lang="en-US"/>
            <a:t>• Identify top customers contributing to revenue</a:t>
          </a:r>
        </a:p>
      </dgm:t>
    </dgm:pt>
    <dgm:pt modelId="{C4D2EC43-E3D4-4508-9006-FE104F21F7BC}" type="parTrans" cxnId="{F745CDD8-5BDF-46F9-9158-8AA7D1809D9F}">
      <dgm:prSet/>
      <dgm:spPr/>
      <dgm:t>
        <a:bodyPr/>
        <a:lstStyle/>
        <a:p>
          <a:endParaRPr lang="en-US"/>
        </a:p>
      </dgm:t>
    </dgm:pt>
    <dgm:pt modelId="{781E4C64-B77B-44F9-A46E-48045826C10C}" type="sibTrans" cxnId="{F745CDD8-5BDF-46F9-9158-8AA7D1809D9F}">
      <dgm:prSet/>
      <dgm:spPr/>
      <dgm:t>
        <a:bodyPr/>
        <a:lstStyle/>
        <a:p>
          <a:endParaRPr lang="en-US"/>
        </a:p>
      </dgm:t>
    </dgm:pt>
    <dgm:pt modelId="{9F89C4E1-5372-4D1F-A625-18E7740A712B}" type="pres">
      <dgm:prSet presAssocID="{0E6326C1-B8F2-419C-9595-1581CA20FD25}" presName="Name0" presStyleCnt="0">
        <dgm:presLayoutVars>
          <dgm:dir/>
          <dgm:animLvl val="lvl"/>
          <dgm:resizeHandles val="exact"/>
        </dgm:presLayoutVars>
      </dgm:prSet>
      <dgm:spPr/>
    </dgm:pt>
    <dgm:pt modelId="{0584EF6E-75D9-42BC-9758-AE9F20E63B90}" type="pres">
      <dgm:prSet presAssocID="{56268C9D-5EFC-4D0A-9B64-C59E5D64FD04}" presName="linNode" presStyleCnt="0"/>
      <dgm:spPr/>
    </dgm:pt>
    <dgm:pt modelId="{2F06235D-52F5-4BBC-8A33-846269E3A78E}" type="pres">
      <dgm:prSet presAssocID="{56268C9D-5EFC-4D0A-9B64-C59E5D64FD04}" presName="parentText" presStyleLbl="node1" presStyleIdx="0" presStyleCnt="4">
        <dgm:presLayoutVars>
          <dgm:chMax val="1"/>
          <dgm:bulletEnabled val="1"/>
        </dgm:presLayoutVars>
      </dgm:prSet>
      <dgm:spPr/>
    </dgm:pt>
    <dgm:pt modelId="{A01BBB14-A900-42FD-BDB8-254A70F70502}" type="pres">
      <dgm:prSet presAssocID="{F75413B0-C5DA-4127-B764-3D9BFE808E8C}" presName="sp" presStyleCnt="0"/>
      <dgm:spPr/>
    </dgm:pt>
    <dgm:pt modelId="{E1A6E569-AE87-4268-B28E-9B5D09E0021A}" type="pres">
      <dgm:prSet presAssocID="{F639F962-0B76-4360-A596-8F899B980073}" presName="linNode" presStyleCnt="0"/>
      <dgm:spPr/>
    </dgm:pt>
    <dgm:pt modelId="{F79D5B5B-1F36-493C-9DFA-A2966B3DB706}" type="pres">
      <dgm:prSet presAssocID="{F639F962-0B76-4360-A596-8F899B980073}" presName="parentText" presStyleLbl="node1" presStyleIdx="1" presStyleCnt="4">
        <dgm:presLayoutVars>
          <dgm:chMax val="1"/>
          <dgm:bulletEnabled val="1"/>
        </dgm:presLayoutVars>
      </dgm:prSet>
      <dgm:spPr/>
    </dgm:pt>
    <dgm:pt modelId="{21746599-1DF2-4C54-8C8C-F7B1CFDD8437}" type="pres">
      <dgm:prSet presAssocID="{DCB65E17-2469-4B49-BA08-EE4F373A1928}" presName="sp" presStyleCnt="0"/>
      <dgm:spPr/>
    </dgm:pt>
    <dgm:pt modelId="{F033AFD2-5825-4471-9A4C-EB2268BA0B96}" type="pres">
      <dgm:prSet presAssocID="{3C1CC7A0-0C03-4A84-9788-17EC1A26DA03}" presName="linNode" presStyleCnt="0"/>
      <dgm:spPr/>
    </dgm:pt>
    <dgm:pt modelId="{43607933-6E7A-4FB6-9C8A-95FBA014D4B1}" type="pres">
      <dgm:prSet presAssocID="{3C1CC7A0-0C03-4A84-9788-17EC1A26DA03}" presName="parentText" presStyleLbl="node1" presStyleIdx="2" presStyleCnt="4">
        <dgm:presLayoutVars>
          <dgm:chMax val="1"/>
          <dgm:bulletEnabled val="1"/>
        </dgm:presLayoutVars>
      </dgm:prSet>
      <dgm:spPr/>
    </dgm:pt>
    <dgm:pt modelId="{671D08E8-FF9A-409A-BF95-A330FD7ABD8D}" type="pres">
      <dgm:prSet presAssocID="{1855F9CB-573B-4B69-9E08-2FE9A956AB4A}" presName="sp" presStyleCnt="0"/>
      <dgm:spPr/>
    </dgm:pt>
    <dgm:pt modelId="{CA8391C1-8927-4266-A461-532CAC7556EA}" type="pres">
      <dgm:prSet presAssocID="{FEE365AB-0641-4468-BCA6-AD685ABC494E}" presName="linNode" presStyleCnt="0"/>
      <dgm:spPr/>
    </dgm:pt>
    <dgm:pt modelId="{4A5B6DE2-84FD-40FE-8021-D50C8C421156}" type="pres">
      <dgm:prSet presAssocID="{FEE365AB-0641-4468-BCA6-AD685ABC494E}" presName="parentText" presStyleLbl="node1" presStyleIdx="3" presStyleCnt="4">
        <dgm:presLayoutVars>
          <dgm:chMax val="1"/>
          <dgm:bulletEnabled val="1"/>
        </dgm:presLayoutVars>
      </dgm:prSet>
      <dgm:spPr/>
    </dgm:pt>
  </dgm:ptLst>
  <dgm:cxnLst>
    <dgm:cxn modelId="{588B350A-4DA2-400C-913E-2D1BACFBC5FB}" type="presOf" srcId="{0E6326C1-B8F2-419C-9595-1581CA20FD25}" destId="{9F89C4E1-5372-4D1F-A625-18E7740A712B}" srcOrd="0" destOrd="0" presId="urn:microsoft.com/office/officeart/2005/8/layout/vList5"/>
    <dgm:cxn modelId="{51043F0D-AB11-409C-8671-554991959C20}" type="presOf" srcId="{56268C9D-5EFC-4D0A-9B64-C59E5D64FD04}" destId="{2F06235D-52F5-4BBC-8A33-846269E3A78E}" srcOrd="0" destOrd="0" presId="urn:microsoft.com/office/officeart/2005/8/layout/vList5"/>
    <dgm:cxn modelId="{3473C813-28C3-4161-9C9B-09CDE41150B5}" type="presOf" srcId="{3C1CC7A0-0C03-4A84-9788-17EC1A26DA03}" destId="{43607933-6E7A-4FB6-9C8A-95FBA014D4B1}" srcOrd="0" destOrd="0" presId="urn:microsoft.com/office/officeart/2005/8/layout/vList5"/>
    <dgm:cxn modelId="{82D03862-4742-49EF-8C6D-13111AD3E98C}" srcId="{0E6326C1-B8F2-419C-9595-1581CA20FD25}" destId="{3C1CC7A0-0C03-4A84-9788-17EC1A26DA03}" srcOrd="2" destOrd="0" parTransId="{982EBA5F-3A8A-4063-A150-9AE79796C32E}" sibTransId="{1855F9CB-573B-4B69-9E08-2FE9A956AB4A}"/>
    <dgm:cxn modelId="{F7590A6D-AC22-459E-8407-81B603EA242C}" srcId="{0E6326C1-B8F2-419C-9595-1581CA20FD25}" destId="{56268C9D-5EFC-4D0A-9B64-C59E5D64FD04}" srcOrd="0" destOrd="0" parTransId="{0F001487-4BA4-4173-A65D-BC3C41434171}" sibTransId="{F75413B0-C5DA-4127-B764-3D9BFE808E8C}"/>
    <dgm:cxn modelId="{F94FD28A-B3CC-4BED-AB91-B10C8BDA6FC2}" type="presOf" srcId="{F639F962-0B76-4360-A596-8F899B980073}" destId="{F79D5B5B-1F36-493C-9DFA-A2966B3DB706}" srcOrd="0" destOrd="0" presId="urn:microsoft.com/office/officeart/2005/8/layout/vList5"/>
    <dgm:cxn modelId="{EAB612B2-5CE1-4388-A22A-09A29CD8A00B}" type="presOf" srcId="{FEE365AB-0641-4468-BCA6-AD685ABC494E}" destId="{4A5B6DE2-84FD-40FE-8021-D50C8C421156}" srcOrd="0" destOrd="0" presId="urn:microsoft.com/office/officeart/2005/8/layout/vList5"/>
    <dgm:cxn modelId="{F84B33C8-92E7-460B-9C42-A495CE3422C0}" srcId="{0E6326C1-B8F2-419C-9595-1581CA20FD25}" destId="{F639F962-0B76-4360-A596-8F899B980073}" srcOrd="1" destOrd="0" parTransId="{426AE54E-8DB4-4094-AC9D-AE9F832A2CED}" sibTransId="{DCB65E17-2469-4B49-BA08-EE4F373A1928}"/>
    <dgm:cxn modelId="{F745CDD8-5BDF-46F9-9158-8AA7D1809D9F}" srcId="{0E6326C1-B8F2-419C-9595-1581CA20FD25}" destId="{FEE365AB-0641-4468-BCA6-AD685ABC494E}" srcOrd="3" destOrd="0" parTransId="{C4D2EC43-E3D4-4508-9006-FE104F21F7BC}" sibTransId="{781E4C64-B77B-44F9-A46E-48045826C10C}"/>
    <dgm:cxn modelId="{E79A5BD6-D2AE-4F17-BC81-887789B1E8B9}" type="presParOf" srcId="{9F89C4E1-5372-4D1F-A625-18E7740A712B}" destId="{0584EF6E-75D9-42BC-9758-AE9F20E63B90}" srcOrd="0" destOrd="0" presId="urn:microsoft.com/office/officeart/2005/8/layout/vList5"/>
    <dgm:cxn modelId="{4EFCE59F-DB9B-4B18-B273-7223C6C9AFCD}" type="presParOf" srcId="{0584EF6E-75D9-42BC-9758-AE9F20E63B90}" destId="{2F06235D-52F5-4BBC-8A33-846269E3A78E}" srcOrd="0" destOrd="0" presId="urn:microsoft.com/office/officeart/2005/8/layout/vList5"/>
    <dgm:cxn modelId="{D1F77189-96A5-43D3-973B-59594C73250E}" type="presParOf" srcId="{9F89C4E1-5372-4D1F-A625-18E7740A712B}" destId="{A01BBB14-A900-42FD-BDB8-254A70F70502}" srcOrd="1" destOrd="0" presId="urn:microsoft.com/office/officeart/2005/8/layout/vList5"/>
    <dgm:cxn modelId="{DE090366-D918-4366-BF47-64DDA0623D76}" type="presParOf" srcId="{9F89C4E1-5372-4D1F-A625-18E7740A712B}" destId="{E1A6E569-AE87-4268-B28E-9B5D09E0021A}" srcOrd="2" destOrd="0" presId="urn:microsoft.com/office/officeart/2005/8/layout/vList5"/>
    <dgm:cxn modelId="{6D4DCE47-2FC1-4E91-A4AC-5004F8F06D68}" type="presParOf" srcId="{E1A6E569-AE87-4268-B28E-9B5D09E0021A}" destId="{F79D5B5B-1F36-493C-9DFA-A2966B3DB706}" srcOrd="0" destOrd="0" presId="urn:microsoft.com/office/officeart/2005/8/layout/vList5"/>
    <dgm:cxn modelId="{5654D2D5-8ADA-4103-B7D4-6C667A6A2240}" type="presParOf" srcId="{9F89C4E1-5372-4D1F-A625-18E7740A712B}" destId="{21746599-1DF2-4C54-8C8C-F7B1CFDD8437}" srcOrd="3" destOrd="0" presId="urn:microsoft.com/office/officeart/2005/8/layout/vList5"/>
    <dgm:cxn modelId="{9950C437-2019-4854-ADA5-F7C115030C65}" type="presParOf" srcId="{9F89C4E1-5372-4D1F-A625-18E7740A712B}" destId="{F033AFD2-5825-4471-9A4C-EB2268BA0B96}" srcOrd="4" destOrd="0" presId="urn:microsoft.com/office/officeart/2005/8/layout/vList5"/>
    <dgm:cxn modelId="{F306004D-4342-422C-A8F8-713867A80E2E}" type="presParOf" srcId="{F033AFD2-5825-4471-9A4C-EB2268BA0B96}" destId="{43607933-6E7A-4FB6-9C8A-95FBA014D4B1}" srcOrd="0" destOrd="0" presId="urn:microsoft.com/office/officeart/2005/8/layout/vList5"/>
    <dgm:cxn modelId="{39649855-3240-4A44-A0E4-89A28E70317C}" type="presParOf" srcId="{9F89C4E1-5372-4D1F-A625-18E7740A712B}" destId="{671D08E8-FF9A-409A-BF95-A330FD7ABD8D}" srcOrd="5" destOrd="0" presId="urn:microsoft.com/office/officeart/2005/8/layout/vList5"/>
    <dgm:cxn modelId="{56DB48EC-2EEC-407B-816E-B82E22DB9186}" type="presParOf" srcId="{9F89C4E1-5372-4D1F-A625-18E7740A712B}" destId="{CA8391C1-8927-4266-A461-532CAC7556EA}" srcOrd="6" destOrd="0" presId="urn:microsoft.com/office/officeart/2005/8/layout/vList5"/>
    <dgm:cxn modelId="{6427DA42-68D7-4C9C-9604-5304D5E1EFD1}" type="presParOf" srcId="{CA8391C1-8927-4266-A461-532CAC7556EA}" destId="{4A5B6DE2-84FD-40FE-8021-D50C8C421156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D9270C0-BE32-44BB-BD94-2D058C077B8B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CD4F74B-BF45-448E-AC96-85840F69B9B1}">
      <dgm:prSet/>
      <dgm:spPr/>
      <dgm:t>
        <a:bodyPr/>
        <a:lstStyle/>
        <a:p>
          <a:r>
            <a:rPr lang="en-US"/>
            <a:t>• Category and region trends guide inventory and marketing</a:t>
          </a:r>
        </a:p>
      </dgm:t>
    </dgm:pt>
    <dgm:pt modelId="{EBCB92DE-7839-4753-B2A0-F88C6BA4779B}" type="parTrans" cxnId="{9AC26844-86CA-41C6-A2C1-4037CDEA3E9D}">
      <dgm:prSet/>
      <dgm:spPr/>
      <dgm:t>
        <a:bodyPr/>
        <a:lstStyle/>
        <a:p>
          <a:endParaRPr lang="en-US"/>
        </a:p>
      </dgm:t>
    </dgm:pt>
    <dgm:pt modelId="{2F0AE4B8-7D57-49D8-B67F-C45B7FCD556B}" type="sibTrans" cxnId="{9AC26844-86CA-41C6-A2C1-4037CDEA3E9D}">
      <dgm:prSet/>
      <dgm:spPr/>
      <dgm:t>
        <a:bodyPr/>
        <a:lstStyle/>
        <a:p>
          <a:endParaRPr lang="en-US"/>
        </a:p>
      </dgm:t>
    </dgm:pt>
    <dgm:pt modelId="{F281DB68-AF64-4242-BE89-0FEA88D72265}">
      <dgm:prSet/>
      <dgm:spPr/>
      <dgm:t>
        <a:bodyPr/>
        <a:lstStyle/>
        <a:p>
          <a:r>
            <a:rPr lang="en-US"/>
            <a:t>• Customer analytics support retention and loyalty initiatives</a:t>
          </a:r>
        </a:p>
      </dgm:t>
    </dgm:pt>
    <dgm:pt modelId="{0C520B0A-28B1-4776-9AD6-A235D3939D28}" type="parTrans" cxnId="{3D0DC100-496D-4F23-9A27-74684ABBE0A6}">
      <dgm:prSet/>
      <dgm:spPr/>
      <dgm:t>
        <a:bodyPr/>
        <a:lstStyle/>
        <a:p>
          <a:endParaRPr lang="en-US"/>
        </a:p>
      </dgm:t>
    </dgm:pt>
    <dgm:pt modelId="{E5D24238-7B1C-4CD8-A62F-E2E982A67B8E}" type="sibTrans" cxnId="{3D0DC100-496D-4F23-9A27-74684ABBE0A6}">
      <dgm:prSet/>
      <dgm:spPr/>
      <dgm:t>
        <a:bodyPr/>
        <a:lstStyle/>
        <a:p>
          <a:endParaRPr lang="en-US"/>
        </a:p>
      </dgm:t>
    </dgm:pt>
    <dgm:pt modelId="{D2D4AC3D-662A-49A1-A35E-63299B9C3AD0}">
      <dgm:prSet/>
      <dgm:spPr/>
      <dgm:t>
        <a:bodyPr/>
        <a:lstStyle/>
        <a:p>
          <a:r>
            <a:rPr lang="en-US"/>
            <a:t>• Abandonment analysis highlights areas for UX improvement</a:t>
          </a:r>
        </a:p>
      </dgm:t>
    </dgm:pt>
    <dgm:pt modelId="{EE763A29-BD22-4566-BA4D-199923C16E9A}" type="parTrans" cxnId="{60EB0A6C-07A4-418C-94C0-A37C0854FB93}">
      <dgm:prSet/>
      <dgm:spPr/>
      <dgm:t>
        <a:bodyPr/>
        <a:lstStyle/>
        <a:p>
          <a:endParaRPr lang="en-US"/>
        </a:p>
      </dgm:t>
    </dgm:pt>
    <dgm:pt modelId="{1392D1C0-DBCE-450B-8854-4222DC733C5B}" type="sibTrans" cxnId="{60EB0A6C-07A4-418C-94C0-A37C0854FB93}">
      <dgm:prSet/>
      <dgm:spPr/>
      <dgm:t>
        <a:bodyPr/>
        <a:lstStyle/>
        <a:p>
          <a:endParaRPr lang="en-US"/>
        </a:p>
      </dgm:t>
    </dgm:pt>
    <dgm:pt modelId="{793EBC8A-0643-48CA-97EB-EB7A0E012675}">
      <dgm:prSet/>
      <dgm:spPr/>
      <dgm:t>
        <a:bodyPr/>
        <a:lstStyle/>
        <a:p>
          <a:r>
            <a:rPr lang="en-US"/>
            <a:t>• Provides a data-driven foundation for decision-making</a:t>
          </a:r>
        </a:p>
      </dgm:t>
    </dgm:pt>
    <dgm:pt modelId="{674E7820-8094-4D9C-A486-3F2403809E03}" type="parTrans" cxnId="{DB4316E9-9EE9-4FDF-AC6F-CBF8F06FDB16}">
      <dgm:prSet/>
      <dgm:spPr/>
      <dgm:t>
        <a:bodyPr/>
        <a:lstStyle/>
        <a:p>
          <a:endParaRPr lang="en-US"/>
        </a:p>
      </dgm:t>
    </dgm:pt>
    <dgm:pt modelId="{85109D5A-2618-4DE5-9BC0-27453DABFE4B}" type="sibTrans" cxnId="{DB4316E9-9EE9-4FDF-AC6F-CBF8F06FDB16}">
      <dgm:prSet/>
      <dgm:spPr/>
      <dgm:t>
        <a:bodyPr/>
        <a:lstStyle/>
        <a:p>
          <a:endParaRPr lang="en-US"/>
        </a:p>
      </dgm:t>
    </dgm:pt>
    <dgm:pt modelId="{D42FF9B7-1C1B-46C1-8A93-E905970E069D}" type="pres">
      <dgm:prSet presAssocID="{AD9270C0-BE32-44BB-BD94-2D058C077B8B}" presName="root" presStyleCnt="0">
        <dgm:presLayoutVars>
          <dgm:dir/>
          <dgm:resizeHandles val="exact"/>
        </dgm:presLayoutVars>
      </dgm:prSet>
      <dgm:spPr/>
    </dgm:pt>
    <dgm:pt modelId="{B67384DC-932A-41CD-AF2B-CBCA31BA683C}" type="pres">
      <dgm:prSet presAssocID="{FCD4F74B-BF45-448E-AC96-85840F69B9B1}" presName="compNode" presStyleCnt="0"/>
      <dgm:spPr/>
    </dgm:pt>
    <dgm:pt modelId="{A6FFAE6C-7E08-4801-BEE1-676634780CC0}" type="pres">
      <dgm:prSet presAssocID="{FCD4F74B-BF45-448E-AC96-85840F69B9B1}" presName="bgRect" presStyleLbl="bgShp" presStyleIdx="0" presStyleCnt="4"/>
      <dgm:spPr/>
    </dgm:pt>
    <dgm:pt modelId="{4AF7FA0F-07C6-4067-94E6-9CD999D7A9F2}" type="pres">
      <dgm:prSet presAssocID="{FCD4F74B-BF45-448E-AC96-85840F69B9B1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opping cart"/>
        </a:ext>
      </dgm:extLst>
    </dgm:pt>
    <dgm:pt modelId="{86B835E3-C218-4DED-B191-C469CA1F8B4E}" type="pres">
      <dgm:prSet presAssocID="{FCD4F74B-BF45-448E-AC96-85840F69B9B1}" presName="spaceRect" presStyleCnt="0"/>
      <dgm:spPr/>
    </dgm:pt>
    <dgm:pt modelId="{444DAEB2-065B-4088-9BE7-2D3AB82CEEB6}" type="pres">
      <dgm:prSet presAssocID="{FCD4F74B-BF45-448E-AC96-85840F69B9B1}" presName="parTx" presStyleLbl="revTx" presStyleIdx="0" presStyleCnt="4">
        <dgm:presLayoutVars>
          <dgm:chMax val="0"/>
          <dgm:chPref val="0"/>
        </dgm:presLayoutVars>
      </dgm:prSet>
      <dgm:spPr/>
    </dgm:pt>
    <dgm:pt modelId="{7F795AAC-B351-46DC-A62F-8A61974FEF06}" type="pres">
      <dgm:prSet presAssocID="{2F0AE4B8-7D57-49D8-B67F-C45B7FCD556B}" presName="sibTrans" presStyleCnt="0"/>
      <dgm:spPr/>
    </dgm:pt>
    <dgm:pt modelId="{5EFB8C64-4EAA-458E-B007-6AC39B2E468E}" type="pres">
      <dgm:prSet presAssocID="{F281DB68-AF64-4242-BE89-0FEA88D72265}" presName="compNode" presStyleCnt="0"/>
      <dgm:spPr/>
    </dgm:pt>
    <dgm:pt modelId="{8BC7CD92-3C91-46A0-A807-7D5BFCB0D2D3}" type="pres">
      <dgm:prSet presAssocID="{F281DB68-AF64-4242-BE89-0FEA88D72265}" presName="bgRect" presStyleLbl="bgShp" presStyleIdx="1" presStyleCnt="4"/>
      <dgm:spPr/>
    </dgm:pt>
    <dgm:pt modelId="{0F6ECBF7-A101-49F9-B74A-767046FA9BCF}" type="pres">
      <dgm:prSet presAssocID="{F281DB68-AF64-4242-BE89-0FEA88D72265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pward trend"/>
        </a:ext>
      </dgm:extLst>
    </dgm:pt>
    <dgm:pt modelId="{D02DD41B-F270-4656-86BD-F3183BC26D5D}" type="pres">
      <dgm:prSet presAssocID="{F281DB68-AF64-4242-BE89-0FEA88D72265}" presName="spaceRect" presStyleCnt="0"/>
      <dgm:spPr/>
    </dgm:pt>
    <dgm:pt modelId="{2A014056-1C08-452B-BD0A-4E56461D94FF}" type="pres">
      <dgm:prSet presAssocID="{F281DB68-AF64-4242-BE89-0FEA88D72265}" presName="parTx" presStyleLbl="revTx" presStyleIdx="1" presStyleCnt="4">
        <dgm:presLayoutVars>
          <dgm:chMax val="0"/>
          <dgm:chPref val="0"/>
        </dgm:presLayoutVars>
      </dgm:prSet>
      <dgm:spPr/>
    </dgm:pt>
    <dgm:pt modelId="{15E0E8AC-0AD8-4419-BF8B-D6701D18FAA1}" type="pres">
      <dgm:prSet presAssocID="{E5D24238-7B1C-4CD8-A62F-E2E982A67B8E}" presName="sibTrans" presStyleCnt="0"/>
      <dgm:spPr/>
    </dgm:pt>
    <dgm:pt modelId="{9F0FFF9C-C33A-4166-9508-AC375F58070D}" type="pres">
      <dgm:prSet presAssocID="{D2D4AC3D-662A-49A1-A35E-63299B9C3AD0}" presName="compNode" presStyleCnt="0"/>
      <dgm:spPr/>
    </dgm:pt>
    <dgm:pt modelId="{2246DA4F-344F-4403-8EBB-FD03B91B352C}" type="pres">
      <dgm:prSet presAssocID="{D2D4AC3D-662A-49A1-A35E-63299B9C3AD0}" presName="bgRect" presStyleLbl="bgShp" presStyleIdx="2" presStyleCnt="4"/>
      <dgm:spPr/>
    </dgm:pt>
    <dgm:pt modelId="{FCA3D5EC-84ED-498D-B484-7DF20FD0FE76}" type="pres">
      <dgm:prSet presAssocID="{D2D4AC3D-662A-49A1-A35E-63299B9C3AD0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240537F4-89C1-44FF-968A-3C6AA4FC7769}" type="pres">
      <dgm:prSet presAssocID="{D2D4AC3D-662A-49A1-A35E-63299B9C3AD0}" presName="spaceRect" presStyleCnt="0"/>
      <dgm:spPr/>
    </dgm:pt>
    <dgm:pt modelId="{388E252E-47A4-4367-9383-3B115A8ECBA5}" type="pres">
      <dgm:prSet presAssocID="{D2D4AC3D-662A-49A1-A35E-63299B9C3AD0}" presName="parTx" presStyleLbl="revTx" presStyleIdx="2" presStyleCnt="4">
        <dgm:presLayoutVars>
          <dgm:chMax val="0"/>
          <dgm:chPref val="0"/>
        </dgm:presLayoutVars>
      </dgm:prSet>
      <dgm:spPr/>
    </dgm:pt>
    <dgm:pt modelId="{DDDBB026-2518-46DA-BFB6-5BC64EDC906B}" type="pres">
      <dgm:prSet presAssocID="{1392D1C0-DBCE-450B-8854-4222DC733C5B}" presName="sibTrans" presStyleCnt="0"/>
      <dgm:spPr/>
    </dgm:pt>
    <dgm:pt modelId="{5436A055-35E4-49A9-8223-E1BC3B0DF9F5}" type="pres">
      <dgm:prSet presAssocID="{793EBC8A-0643-48CA-97EB-EB7A0E012675}" presName="compNode" presStyleCnt="0"/>
      <dgm:spPr/>
    </dgm:pt>
    <dgm:pt modelId="{CF49B5C8-B9F0-4A8B-9F29-D9603E54794A}" type="pres">
      <dgm:prSet presAssocID="{793EBC8A-0643-48CA-97EB-EB7A0E012675}" presName="bgRect" presStyleLbl="bgShp" presStyleIdx="3" presStyleCnt="4"/>
      <dgm:spPr/>
    </dgm:pt>
    <dgm:pt modelId="{E7882BE7-5D00-439C-95CC-CBDC7C1129D2}" type="pres">
      <dgm:prSet presAssocID="{793EBC8A-0643-48CA-97EB-EB7A0E012675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4037C128-98B8-4E20-A7D1-D210F7D1A750}" type="pres">
      <dgm:prSet presAssocID="{793EBC8A-0643-48CA-97EB-EB7A0E012675}" presName="spaceRect" presStyleCnt="0"/>
      <dgm:spPr/>
    </dgm:pt>
    <dgm:pt modelId="{610F1357-D1B2-4A19-BA5D-0FA2585D49E1}" type="pres">
      <dgm:prSet presAssocID="{793EBC8A-0643-48CA-97EB-EB7A0E012675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3D0DC100-496D-4F23-9A27-74684ABBE0A6}" srcId="{AD9270C0-BE32-44BB-BD94-2D058C077B8B}" destId="{F281DB68-AF64-4242-BE89-0FEA88D72265}" srcOrd="1" destOrd="0" parTransId="{0C520B0A-28B1-4776-9AD6-A235D3939D28}" sibTransId="{E5D24238-7B1C-4CD8-A62F-E2E982A67B8E}"/>
    <dgm:cxn modelId="{0998705E-C158-436C-B227-4CFF2173F479}" type="presOf" srcId="{FCD4F74B-BF45-448E-AC96-85840F69B9B1}" destId="{444DAEB2-065B-4088-9BE7-2D3AB82CEEB6}" srcOrd="0" destOrd="0" presId="urn:microsoft.com/office/officeart/2018/2/layout/IconVerticalSolidList"/>
    <dgm:cxn modelId="{9AC26844-86CA-41C6-A2C1-4037CDEA3E9D}" srcId="{AD9270C0-BE32-44BB-BD94-2D058C077B8B}" destId="{FCD4F74B-BF45-448E-AC96-85840F69B9B1}" srcOrd="0" destOrd="0" parTransId="{EBCB92DE-7839-4753-B2A0-F88C6BA4779B}" sibTransId="{2F0AE4B8-7D57-49D8-B67F-C45B7FCD556B}"/>
    <dgm:cxn modelId="{60EB0A6C-07A4-418C-94C0-A37C0854FB93}" srcId="{AD9270C0-BE32-44BB-BD94-2D058C077B8B}" destId="{D2D4AC3D-662A-49A1-A35E-63299B9C3AD0}" srcOrd="2" destOrd="0" parTransId="{EE763A29-BD22-4566-BA4D-199923C16E9A}" sibTransId="{1392D1C0-DBCE-450B-8854-4222DC733C5B}"/>
    <dgm:cxn modelId="{A611EAC0-63EE-4D24-A430-A3D249B64D72}" type="presOf" srcId="{AD9270C0-BE32-44BB-BD94-2D058C077B8B}" destId="{D42FF9B7-1C1B-46C1-8A93-E905970E069D}" srcOrd="0" destOrd="0" presId="urn:microsoft.com/office/officeart/2018/2/layout/IconVerticalSolidList"/>
    <dgm:cxn modelId="{9D2D03CE-8FF2-4A28-B81D-90AFEC4A1D08}" type="presOf" srcId="{793EBC8A-0643-48CA-97EB-EB7A0E012675}" destId="{610F1357-D1B2-4A19-BA5D-0FA2585D49E1}" srcOrd="0" destOrd="0" presId="urn:microsoft.com/office/officeart/2018/2/layout/IconVerticalSolidList"/>
    <dgm:cxn modelId="{DB4316E9-9EE9-4FDF-AC6F-CBF8F06FDB16}" srcId="{AD9270C0-BE32-44BB-BD94-2D058C077B8B}" destId="{793EBC8A-0643-48CA-97EB-EB7A0E012675}" srcOrd="3" destOrd="0" parTransId="{674E7820-8094-4D9C-A486-3F2403809E03}" sibTransId="{85109D5A-2618-4DE5-9BC0-27453DABFE4B}"/>
    <dgm:cxn modelId="{96E665EB-6868-41F6-841D-4565F9B604B9}" type="presOf" srcId="{D2D4AC3D-662A-49A1-A35E-63299B9C3AD0}" destId="{388E252E-47A4-4367-9383-3B115A8ECBA5}" srcOrd="0" destOrd="0" presId="urn:microsoft.com/office/officeart/2018/2/layout/IconVerticalSolidList"/>
    <dgm:cxn modelId="{08A3EEFE-51C0-49AF-8B40-091C619DED5D}" type="presOf" srcId="{F281DB68-AF64-4242-BE89-0FEA88D72265}" destId="{2A014056-1C08-452B-BD0A-4E56461D94FF}" srcOrd="0" destOrd="0" presId="urn:microsoft.com/office/officeart/2018/2/layout/IconVerticalSolidList"/>
    <dgm:cxn modelId="{7943DDC6-872A-4E0F-BE88-40257AAE3744}" type="presParOf" srcId="{D42FF9B7-1C1B-46C1-8A93-E905970E069D}" destId="{B67384DC-932A-41CD-AF2B-CBCA31BA683C}" srcOrd="0" destOrd="0" presId="urn:microsoft.com/office/officeart/2018/2/layout/IconVerticalSolidList"/>
    <dgm:cxn modelId="{63360F97-526C-4F3C-B9A8-F425C7EDE4C1}" type="presParOf" srcId="{B67384DC-932A-41CD-AF2B-CBCA31BA683C}" destId="{A6FFAE6C-7E08-4801-BEE1-676634780CC0}" srcOrd="0" destOrd="0" presId="urn:microsoft.com/office/officeart/2018/2/layout/IconVerticalSolidList"/>
    <dgm:cxn modelId="{3D9756F8-3C70-4955-B008-D2365168D81E}" type="presParOf" srcId="{B67384DC-932A-41CD-AF2B-CBCA31BA683C}" destId="{4AF7FA0F-07C6-4067-94E6-9CD999D7A9F2}" srcOrd="1" destOrd="0" presId="urn:microsoft.com/office/officeart/2018/2/layout/IconVerticalSolidList"/>
    <dgm:cxn modelId="{0DF8BEBF-EE3A-4506-9335-DECD013946BE}" type="presParOf" srcId="{B67384DC-932A-41CD-AF2B-CBCA31BA683C}" destId="{86B835E3-C218-4DED-B191-C469CA1F8B4E}" srcOrd="2" destOrd="0" presId="urn:microsoft.com/office/officeart/2018/2/layout/IconVerticalSolidList"/>
    <dgm:cxn modelId="{4623709A-06F2-49DE-A661-F2F4D9FE76FA}" type="presParOf" srcId="{B67384DC-932A-41CD-AF2B-CBCA31BA683C}" destId="{444DAEB2-065B-4088-9BE7-2D3AB82CEEB6}" srcOrd="3" destOrd="0" presId="urn:microsoft.com/office/officeart/2018/2/layout/IconVerticalSolidList"/>
    <dgm:cxn modelId="{0E022E12-3217-4F09-84D2-CB00A2D6D419}" type="presParOf" srcId="{D42FF9B7-1C1B-46C1-8A93-E905970E069D}" destId="{7F795AAC-B351-46DC-A62F-8A61974FEF06}" srcOrd="1" destOrd="0" presId="urn:microsoft.com/office/officeart/2018/2/layout/IconVerticalSolidList"/>
    <dgm:cxn modelId="{FF597B3E-379E-4F05-8CE0-528E0ED2E3D7}" type="presParOf" srcId="{D42FF9B7-1C1B-46C1-8A93-E905970E069D}" destId="{5EFB8C64-4EAA-458E-B007-6AC39B2E468E}" srcOrd="2" destOrd="0" presId="urn:microsoft.com/office/officeart/2018/2/layout/IconVerticalSolidList"/>
    <dgm:cxn modelId="{C714D192-94B4-49CB-B63A-45E773E32347}" type="presParOf" srcId="{5EFB8C64-4EAA-458E-B007-6AC39B2E468E}" destId="{8BC7CD92-3C91-46A0-A807-7D5BFCB0D2D3}" srcOrd="0" destOrd="0" presId="urn:microsoft.com/office/officeart/2018/2/layout/IconVerticalSolidList"/>
    <dgm:cxn modelId="{BA9A98B4-55FB-4FE3-8D44-D56703CC0C9F}" type="presParOf" srcId="{5EFB8C64-4EAA-458E-B007-6AC39B2E468E}" destId="{0F6ECBF7-A101-49F9-B74A-767046FA9BCF}" srcOrd="1" destOrd="0" presId="urn:microsoft.com/office/officeart/2018/2/layout/IconVerticalSolidList"/>
    <dgm:cxn modelId="{82DF1B65-6C21-4012-A2C1-D52714692C4C}" type="presParOf" srcId="{5EFB8C64-4EAA-458E-B007-6AC39B2E468E}" destId="{D02DD41B-F270-4656-86BD-F3183BC26D5D}" srcOrd="2" destOrd="0" presId="urn:microsoft.com/office/officeart/2018/2/layout/IconVerticalSolidList"/>
    <dgm:cxn modelId="{74B26B78-ED3D-4837-8EF9-5450CF93D254}" type="presParOf" srcId="{5EFB8C64-4EAA-458E-B007-6AC39B2E468E}" destId="{2A014056-1C08-452B-BD0A-4E56461D94FF}" srcOrd="3" destOrd="0" presId="urn:microsoft.com/office/officeart/2018/2/layout/IconVerticalSolidList"/>
    <dgm:cxn modelId="{AD6211DC-4859-4E27-82F6-6CA003457310}" type="presParOf" srcId="{D42FF9B7-1C1B-46C1-8A93-E905970E069D}" destId="{15E0E8AC-0AD8-4419-BF8B-D6701D18FAA1}" srcOrd="3" destOrd="0" presId="urn:microsoft.com/office/officeart/2018/2/layout/IconVerticalSolidList"/>
    <dgm:cxn modelId="{5E846378-0C54-4407-9D11-E572136ACA93}" type="presParOf" srcId="{D42FF9B7-1C1B-46C1-8A93-E905970E069D}" destId="{9F0FFF9C-C33A-4166-9508-AC375F58070D}" srcOrd="4" destOrd="0" presId="urn:microsoft.com/office/officeart/2018/2/layout/IconVerticalSolidList"/>
    <dgm:cxn modelId="{2BB4AE07-1B5B-47FE-940A-D44BFB2B9C0D}" type="presParOf" srcId="{9F0FFF9C-C33A-4166-9508-AC375F58070D}" destId="{2246DA4F-344F-4403-8EBB-FD03B91B352C}" srcOrd="0" destOrd="0" presId="urn:microsoft.com/office/officeart/2018/2/layout/IconVerticalSolidList"/>
    <dgm:cxn modelId="{70320179-41A7-439D-A052-B711B30E0CCB}" type="presParOf" srcId="{9F0FFF9C-C33A-4166-9508-AC375F58070D}" destId="{FCA3D5EC-84ED-498D-B484-7DF20FD0FE76}" srcOrd="1" destOrd="0" presId="urn:microsoft.com/office/officeart/2018/2/layout/IconVerticalSolidList"/>
    <dgm:cxn modelId="{F1B70646-1F0B-40AD-B25D-03CFBB95BA16}" type="presParOf" srcId="{9F0FFF9C-C33A-4166-9508-AC375F58070D}" destId="{240537F4-89C1-44FF-968A-3C6AA4FC7769}" srcOrd="2" destOrd="0" presId="urn:microsoft.com/office/officeart/2018/2/layout/IconVerticalSolidList"/>
    <dgm:cxn modelId="{4CCF38BA-3EC8-4B58-B3B1-3832CC09F7B1}" type="presParOf" srcId="{9F0FFF9C-C33A-4166-9508-AC375F58070D}" destId="{388E252E-47A4-4367-9383-3B115A8ECBA5}" srcOrd="3" destOrd="0" presId="urn:microsoft.com/office/officeart/2018/2/layout/IconVerticalSolidList"/>
    <dgm:cxn modelId="{CC2BE232-49FC-4448-9524-ED277862CC2C}" type="presParOf" srcId="{D42FF9B7-1C1B-46C1-8A93-E905970E069D}" destId="{DDDBB026-2518-46DA-BFB6-5BC64EDC906B}" srcOrd="5" destOrd="0" presId="urn:microsoft.com/office/officeart/2018/2/layout/IconVerticalSolidList"/>
    <dgm:cxn modelId="{B62C26E3-DDDF-4630-B714-FE83000E4890}" type="presParOf" srcId="{D42FF9B7-1C1B-46C1-8A93-E905970E069D}" destId="{5436A055-35E4-49A9-8223-E1BC3B0DF9F5}" srcOrd="6" destOrd="0" presId="urn:microsoft.com/office/officeart/2018/2/layout/IconVerticalSolidList"/>
    <dgm:cxn modelId="{BE6C5790-88C4-4D68-8F65-EA0ADFB1CFA1}" type="presParOf" srcId="{5436A055-35E4-49A9-8223-E1BC3B0DF9F5}" destId="{CF49B5C8-B9F0-4A8B-9F29-D9603E54794A}" srcOrd="0" destOrd="0" presId="urn:microsoft.com/office/officeart/2018/2/layout/IconVerticalSolidList"/>
    <dgm:cxn modelId="{B75098F6-4828-49B3-A608-0101A07B90FE}" type="presParOf" srcId="{5436A055-35E4-49A9-8223-E1BC3B0DF9F5}" destId="{E7882BE7-5D00-439C-95CC-CBDC7C1129D2}" srcOrd="1" destOrd="0" presId="urn:microsoft.com/office/officeart/2018/2/layout/IconVerticalSolidList"/>
    <dgm:cxn modelId="{145CE62F-5CCE-4E3A-A141-799EADA246A1}" type="presParOf" srcId="{5436A055-35E4-49A9-8223-E1BC3B0DF9F5}" destId="{4037C128-98B8-4E20-A7D1-D210F7D1A750}" srcOrd="2" destOrd="0" presId="urn:microsoft.com/office/officeart/2018/2/layout/IconVerticalSolidList"/>
    <dgm:cxn modelId="{BA200EF2-333C-44C0-8C8B-E749E408575D}" type="presParOf" srcId="{5436A055-35E4-49A9-8223-E1BC3B0DF9F5}" destId="{610F1357-D1B2-4A19-BA5D-0FA2585D49E1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7D0BFD-6732-4F5A-9BD6-AC56AC658D02}">
      <dsp:nvSpPr>
        <dsp:cNvPr id="0" name=""/>
        <dsp:cNvSpPr/>
      </dsp:nvSpPr>
      <dsp:spPr>
        <a:xfrm>
          <a:off x="0" y="615985"/>
          <a:ext cx="4231481" cy="87048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• Analyze e-commerce order data to reveal business insights</a:t>
          </a:r>
        </a:p>
      </dsp:txBody>
      <dsp:txXfrm>
        <a:off x="42493" y="658478"/>
        <a:ext cx="4146495" cy="785494"/>
      </dsp:txXfrm>
    </dsp:sp>
    <dsp:sp modelId="{8A66661F-0AFD-436D-993E-1C79768AA6F7}">
      <dsp:nvSpPr>
        <dsp:cNvPr id="0" name=""/>
        <dsp:cNvSpPr/>
      </dsp:nvSpPr>
      <dsp:spPr>
        <a:xfrm>
          <a:off x="0" y="1555585"/>
          <a:ext cx="4231481" cy="870480"/>
        </a:xfrm>
        <a:prstGeom prst="roundRect">
          <a:avLst/>
        </a:prstGeom>
        <a:solidFill>
          <a:schemeClr val="accent2">
            <a:hueOff val="-441124"/>
            <a:satOff val="497"/>
            <a:lumOff val="1177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• Understand sales performance across categories and regions</a:t>
          </a:r>
        </a:p>
      </dsp:txBody>
      <dsp:txXfrm>
        <a:off x="42493" y="1598078"/>
        <a:ext cx="4146495" cy="785494"/>
      </dsp:txXfrm>
    </dsp:sp>
    <dsp:sp modelId="{3042ADD3-EB20-45C5-821B-4B181E0CDFDB}">
      <dsp:nvSpPr>
        <dsp:cNvPr id="0" name=""/>
        <dsp:cNvSpPr/>
      </dsp:nvSpPr>
      <dsp:spPr>
        <a:xfrm>
          <a:off x="0" y="2495185"/>
          <a:ext cx="4231481" cy="870480"/>
        </a:xfrm>
        <a:prstGeom prst="roundRect">
          <a:avLst/>
        </a:prstGeom>
        <a:solidFill>
          <a:schemeClr val="accent2">
            <a:hueOff val="-882249"/>
            <a:satOff val="995"/>
            <a:lumOff val="235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• Evaluate customer behavior and spending patterns</a:t>
          </a:r>
        </a:p>
      </dsp:txBody>
      <dsp:txXfrm>
        <a:off x="42493" y="2537678"/>
        <a:ext cx="4146495" cy="785494"/>
      </dsp:txXfrm>
    </dsp:sp>
    <dsp:sp modelId="{CAC26F9A-00A0-4B20-A6A6-A1B91B644667}">
      <dsp:nvSpPr>
        <dsp:cNvPr id="0" name=""/>
        <dsp:cNvSpPr/>
      </dsp:nvSpPr>
      <dsp:spPr>
        <a:xfrm>
          <a:off x="0" y="3434785"/>
          <a:ext cx="4231481" cy="870480"/>
        </a:xfrm>
        <a:prstGeom prst="roundRect">
          <a:avLst/>
        </a:prstGeom>
        <a:solidFill>
          <a:schemeClr val="accent2">
            <a:hueOff val="-1323373"/>
            <a:satOff val="1492"/>
            <a:lumOff val="353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• Identify abandoned orders and potential funnel issues</a:t>
          </a:r>
        </a:p>
      </dsp:txBody>
      <dsp:txXfrm>
        <a:off x="42493" y="3477278"/>
        <a:ext cx="4146495" cy="78549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531A779-C81D-44D4-9480-097AF6B7591C}">
      <dsp:nvSpPr>
        <dsp:cNvPr id="0" name=""/>
        <dsp:cNvSpPr/>
      </dsp:nvSpPr>
      <dsp:spPr>
        <a:xfrm>
          <a:off x="0" y="0"/>
          <a:ext cx="3385184" cy="108267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1000 synthetic e-commerce orders</a:t>
          </a:r>
        </a:p>
      </dsp:txBody>
      <dsp:txXfrm>
        <a:off x="31710" y="31710"/>
        <a:ext cx="2125408" cy="1019255"/>
      </dsp:txXfrm>
    </dsp:sp>
    <dsp:sp modelId="{E5396C9C-BE47-4AD7-966D-5C8CBAF18D77}">
      <dsp:nvSpPr>
        <dsp:cNvPr id="0" name=""/>
        <dsp:cNvSpPr/>
      </dsp:nvSpPr>
      <dsp:spPr>
        <a:xfrm>
          <a:off x="283509" y="1279525"/>
          <a:ext cx="3385184" cy="1082675"/>
        </a:xfrm>
        <a:prstGeom prst="roundRect">
          <a:avLst>
            <a:gd name="adj" fmla="val 10000"/>
          </a:avLst>
        </a:prstGeom>
        <a:solidFill>
          <a:schemeClr val="accent2">
            <a:hueOff val="-441124"/>
            <a:satOff val="497"/>
            <a:lumOff val="1177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Fields include customer, order date, region, category, price, quantity</a:t>
          </a:r>
        </a:p>
      </dsp:txBody>
      <dsp:txXfrm>
        <a:off x="315219" y="1311235"/>
        <a:ext cx="2334516" cy="1019255"/>
      </dsp:txXfrm>
    </dsp:sp>
    <dsp:sp modelId="{8F7F0417-4F82-4782-81AB-530EEDC0C22B}">
      <dsp:nvSpPr>
        <dsp:cNvPr id="0" name=""/>
        <dsp:cNvSpPr/>
      </dsp:nvSpPr>
      <dsp:spPr>
        <a:xfrm>
          <a:off x="562786" y="2559050"/>
          <a:ext cx="3385184" cy="1082675"/>
        </a:xfrm>
        <a:prstGeom prst="roundRect">
          <a:avLst>
            <a:gd name="adj" fmla="val 10000"/>
          </a:avLst>
        </a:prstGeom>
        <a:solidFill>
          <a:schemeClr val="accent2">
            <a:hueOff val="-882249"/>
            <a:satOff val="995"/>
            <a:lumOff val="235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Calculated metric: revenue = price × quantity</a:t>
          </a:r>
        </a:p>
      </dsp:txBody>
      <dsp:txXfrm>
        <a:off x="594496" y="2590760"/>
        <a:ext cx="2338748" cy="1019255"/>
      </dsp:txXfrm>
    </dsp:sp>
    <dsp:sp modelId="{19F500DF-1B1F-47A5-A416-739A811BCD16}">
      <dsp:nvSpPr>
        <dsp:cNvPr id="0" name=""/>
        <dsp:cNvSpPr/>
      </dsp:nvSpPr>
      <dsp:spPr>
        <a:xfrm>
          <a:off x="846296" y="3838575"/>
          <a:ext cx="3385184" cy="1082675"/>
        </a:xfrm>
        <a:prstGeom prst="roundRect">
          <a:avLst>
            <a:gd name="adj" fmla="val 10000"/>
          </a:avLst>
        </a:prstGeom>
        <a:solidFill>
          <a:schemeClr val="accent2">
            <a:hueOff val="-1323373"/>
            <a:satOff val="1492"/>
            <a:lumOff val="353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/>
            <a:t>• Additional computed fields: month, paid status</a:t>
          </a:r>
        </a:p>
      </dsp:txBody>
      <dsp:txXfrm>
        <a:off x="878006" y="3870285"/>
        <a:ext cx="2334516" cy="1019255"/>
      </dsp:txXfrm>
    </dsp:sp>
    <dsp:sp modelId="{8B2F5C82-3FB3-42F2-A19F-EDBD6AD211EE}">
      <dsp:nvSpPr>
        <dsp:cNvPr id="0" name=""/>
        <dsp:cNvSpPr/>
      </dsp:nvSpPr>
      <dsp:spPr>
        <a:xfrm>
          <a:off x="2681446" y="829230"/>
          <a:ext cx="703738" cy="703738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2839787" y="829230"/>
        <a:ext cx="387056" cy="529563"/>
      </dsp:txXfrm>
    </dsp:sp>
    <dsp:sp modelId="{19F4220E-C2A5-4B81-9FBB-5700F42CD07C}">
      <dsp:nvSpPr>
        <dsp:cNvPr id="0" name=""/>
        <dsp:cNvSpPr/>
      </dsp:nvSpPr>
      <dsp:spPr>
        <a:xfrm>
          <a:off x="2964955" y="2108755"/>
          <a:ext cx="703738" cy="703738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920933"/>
            <a:satOff val="6135"/>
            <a:lumOff val="561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-920933"/>
              <a:satOff val="6135"/>
              <a:lumOff val="561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3123296" y="2108755"/>
        <a:ext cx="387056" cy="529563"/>
      </dsp:txXfrm>
    </dsp:sp>
    <dsp:sp modelId="{8F998E49-3676-4347-A938-04ADF77A9ED8}">
      <dsp:nvSpPr>
        <dsp:cNvPr id="0" name=""/>
        <dsp:cNvSpPr/>
      </dsp:nvSpPr>
      <dsp:spPr>
        <a:xfrm>
          <a:off x="3244233" y="3388280"/>
          <a:ext cx="703738" cy="703738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1841865"/>
            <a:satOff val="12270"/>
            <a:lumOff val="1122"/>
            <a:alphaOff val="0"/>
          </a:schemeClr>
        </a:solidFill>
        <a:ln w="15875" cap="flat" cmpd="sng" algn="ctr">
          <a:solidFill>
            <a:schemeClr val="accent2">
              <a:tint val="40000"/>
              <a:alpha val="90000"/>
              <a:hueOff val="-1841865"/>
              <a:satOff val="12270"/>
              <a:lumOff val="1122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4450" tIns="44450" rIns="44450" bIns="44450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500" kern="1200"/>
        </a:p>
      </dsp:txBody>
      <dsp:txXfrm>
        <a:off x="3402574" y="3388280"/>
        <a:ext cx="387056" cy="529563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61CFBC-E2B3-4C4A-8FA3-5D316719F8F1}">
      <dsp:nvSpPr>
        <dsp:cNvPr id="0" name=""/>
        <dsp:cNvSpPr/>
      </dsp:nvSpPr>
      <dsp:spPr>
        <a:xfrm>
          <a:off x="0" y="600"/>
          <a:ext cx="4231481" cy="14057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7D4C68-7E2E-414F-935A-B4C7C02CCA58}">
      <dsp:nvSpPr>
        <dsp:cNvPr id="0" name=""/>
        <dsp:cNvSpPr/>
      </dsp:nvSpPr>
      <dsp:spPr>
        <a:xfrm>
          <a:off x="425232" y="316889"/>
          <a:ext cx="773150" cy="7731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8D3E61-905F-47AC-AF82-79F6BDF6748B}">
      <dsp:nvSpPr>
        <dsp:cNvPr id="0" name=""/>
        <dsp:cNvSpPr/>
      </dsp:nvSpPr>
      <dsp:spPr>
        <a:xfrm>
          <a:off x="1623616" y="600"/>
          <a:ext cx="2607864" cy="1405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773" tIns="148773" rIns="148773" bIns="148773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Total revenue by product category</a:t>
          </a:r>
        </a:p>
      </dsp:txBody>
      <dsp:txXfrm>
        <a:off x="1623616" y="600"/>
        <a:ext cx="2607864" cy="1405728"/>
      </dsp:txXfrm>
    </dsp:sp>
    <dsp:sp modelId="{D07C0642-3054-47D3-84CB-7AAE4DD14D77}">
      <dsp:nvSpPr>
        <dsp:cNvPr id="0" name=""/>
        <dsp:cNvSpPr/>
      </dsp:nvSpPr>
      <dsp:spPr>
        <a:xfrm>
          <a:off x="0" y="1757760"/>
          <a:ext cx="4231481" cy="14057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EC930A-23F7-4A3B-8312-70382B2B0EDC}">
      <dsp:nvSpPr>
        <dsp:cNvPr id="0" name=""/>
        <dsp:cNvSpPr/>
      </dsp:nvSpPr>
      <dsp:spPr>
        <a:xfrm>
          <a:off x="425232" y="2074049"/>
          <a:ext cx="773150" cy="7731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74B0572-1F79-4099-B4CE-3451D1881334}">
      <dsp:nvSpPr>
        <dsp:cNvPr id="0" name=""/>
        <dsp:cNvSpPr/>
      </dsp:nvSpPr>
      <dsp:spPr>
        <a:xfrm>
          <a:off x="1623616" y="1757760"/>
          <a:ext cx="2607864" cy="1405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773" tIns="148773" rIns="148773" bIns="148773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Total number of orders per category</a:t>
          </a:r>
        </a:p>
      </dsp:txBody>
      <dsp:txXfrm>
        <a:off x="1623616" y="1757760"/>
        <a:ext cx="2607864" cy="1405728"/>
      </dsp:txXfrm>
    </dsp:sp>
    <dsp:sp modelId="{AC6655B3-74BE-4286-BAAC-1EB2D567F099}">
      <dsp:nvSpPr>
        <dsp:cNvPr id="0" name=""/>
        <dsp:cNvSpPr/>
      </dsp:nvSpPr>
      <dsp:spPr>
        <a:xfrm>
          <a:off x="0" y="3514921"/>
          <a:ext cx="4231481" cy="14057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EA1A8A7-1712-44CB-9873-93F6B9AD88A6}">
      <dsp:nvSpPr>
        <dsp:cNvPr id="0" name=""/>
        <dsp:cNvSpPr/>
      </dsp:nvSpPr>
      <dsp:spPr>
        <a:xfrm>
          <a:off x="425232" y="3831209"/>
          <a:ext cx="773150" cy="7731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8B6FCCA-5543-49F7-B09E-AE2B778D8AC7}">
      <dsp:nvSpPr>
        <dsp:cNvPr id="0" name=""/>
        <dsp:cNvSpPr/>
      </dsp:nvSpPr>
      <dsp:spPr>
        <a:xfrm>
          <a:off x="1623616" y="3514921"/>
          <a:ext cx="2607864" cy="1405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773" tIns="148773" rIns="148773" bIns="148773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Average order value to compare category efficiency</a:t>
          </a:r>
        </a:p>
      </dsp:txBody>
      <dsp:txXfrm>
        <a:off x="1623616" y="3514921"/>
        <a:ext cx="2607864" cy="140572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57A9A9-BA9E-49AE-80ED-19965B592C65}">
      <dsp:nvSpPr>
        <dsp:cNvPr id="0" name=""/>
        <dsp:cNvSpPr/>
      </dsp:nvSpPr>
      <dsp:spPr>
        <a:xfrm>
          <a:off x="0" y="570219"/>
          <a:ext cx="4231481" cy="119691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• Revenue aggregated by month</a:t>
          </a:r>
        </a:p>
      </dsp:txBody>
      <dsp:txXfrm>
        <a:off x="58428" y="628647"/>
        <a:ext cx="4114625" cy="1080054"/>
      </dsp:txXfrm>
    </dsp:sp>
    <dsp:sp modelId="{46A856E6-5FEB-4077-9D44-F9D90F012996}">
      <dsp:nvSpPr>
        <dsp:cNvPr id="0" name=""/>
        <dsp:cNvSpPr/>
      </dsp:nvSpPr>
      <dsp:spPr>
        <a:xfrm>
          <a:off x="0" y="1862170"/>
          <a:ext cx="4231481" cy="1196910"/>
        </a:xfrm>
        <a:prstGeom prst="roundRect">
          <a:avLst/>
        </a:prstGeom>
        <a:solidFill>
          <a:schemeClr val="accent2">
            <a:hueOff val="-661686"/>
            <a:satOff val="746"/>
            <a:lumOff val="1765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• Pivoted by region to compare performance</a:t>
          </a:r>
        </a:p>
      </dsp:txBody>
      <dsp:txXfrm>
        <a:off x="58428" y="1920598"/>
        <a:ext cx="4114625" cy="1080054"/>
      </dsp:txXfrm>
    </dsp:sp>
    <dsp:sp modelId="{5A92912A-67E8-4473-9EC7-1DFE9F930BC2}">
      <dsp:nvSpPr>
        <dsp:cNvPr id="0" name=""/>
        <dsp:cNvSpPr/>
      </dsp:nvSpPr>
      <dsp:spPr>
        <a:xfrm>
          <a:off x="0" y="3154120"/>
          <a:ext cx="4231481" cy="1196910"/>
        </a:xfrm>
        <a:prstGeom prst="roundRect">
          <a:avLst/>
        </a:prstGeom>
        <a:solidFill>
          <a:schemeClr val="accent2">
            <a:hueOff val="-1323373"/>
            <a:satOff val="1492"/>
            <a:lumOff val="353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l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/>
            <a:t>• Identifies seasonal or regional fluctuations</a:t>
          </a:r>
        </a:p>
      </dsp:txBody>
      <dsp:txXfrm>
        <a:off x="58428" y="3212548"/>
        <a:ext cx="4114625" cy="108005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F06235D-52F5-4BBC-8A33-846269E3A78E}">
      <dsp:nvSpPr>
        <dsp:cNvPr id="0" name=""/>
        <dsp:cNvSpPr/>
      </dsp:nvSpPr>
      <dsp:spPr>
        <a:xfrm>
          <a:off x="1376171" y="2451"/>
          <a:ext cx="1548193" cy="11789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Computation of first and last order dates</a:t>
          </a:r>
        </a:p>
      </dsp:txBody>
      <dsp:txXfrm>
        <a:off x="1433721" y="60001"/>
        <a:ext cx="1433093" cy="1063824"/>
      </dsp:txXfrm>
    </dsp:sp>
    <dsp:sp modelId="{F79D5B5B-1F36-493C-9DFA-A2966B3DB706}">
      <dsp:nvSpPr>
        <dsp:cNvPr id="0" name=""/>
        <dsp:cNvSpPr/>
      </dsp:nvSpPr>
      <dsp:spPr>
        <a:xfrm>
          <a:off x="1376171" y="1240321"/>
          <a:ext cx="1548193" cy="11789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Customer lifetime spend values</a:t>
          </a:r>
        </a:p>
      </dsp:txBody>
      <dsp:txXfrm>
        <a:off x="1433721" y="1297871"/>
        <a:ext cx="1433093" cy="1063824"/>
      </dsp:txXfrm>
    </dsp:sp>
    <dsp:sp modelId="{43607933-6E7A-4FB6-9C8A-95FBA014D4B1}">
      <dsp:nvSpPr>
        <dsp:cNvPr id="0" name=""/>
        <dsp:cNvSpPr/>
      </dsp:nvSpPr>
      <dsp:spPr>
        <a:xfrm>
          <a:off x="1376171" y="2478191"/>
          <a:ext cx="1548193" cy="11789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Days between first and last order</a:t>
          </a:r>
        </a:p>
      </dsp:txBody>
      <dsp:txXfrm>
        <a:off x="1433721" y="2535741"/>
        <a:ext cx="1433093" cy="1063824"/>
      </dsp:txXfrm>
    </dsp:sp>
    <dsp:sp modelId="{4A5B6DE2-84FD-40FE-8021-D50C8C421156}">
      <dsp:nvSpPr>
        <dsp:cNvPr id="0" name=""/>
        <dsp:cNvSpPr/>
      </dsp:nvSpPr>
      <dsp:spPr>
        <a:xfrm>
          <a:off x="1376171" y="3716061"/>
          <a:ext cx="1548193" cy="11789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Identify top customers contributing to revenue</a:t>
          </a:r>
        </a:p>
      </dsp:txBody>
      <dsp:txXfrm>
        <a:off x="1433721" y="3773611"/>
        <a:ext cx="1433093" cy="106382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6FFAE6C-7E08-4801-BEE1-676634780CC0}">
      <dsp:nvSpPr>
        <dsp:cNvPr id="0" name=""/>
        <dsp:cNvSpPr/>
      </dsp:nvSpPr>
      <dsp:spPr>
        <a:xfrm>
          <a:off x="0" y="2042"/>
          <a:ext cx="4231481" cy="103519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F7FA0F-07C6-4067-94E6-9CD999D7A9F2}">
      <dsp:nvSpPr>
        <dsp:cNvPr id="0" name=""/>
        <dsp:cNvSpPr/>
      </dsp:nvSpPr>
      <dsp:spPr>
        <a:xfrm>
          <a:off x="313145" y="234960"/>
          <a:ext cx="569355" cy="56935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4DAEB2-065B-4088-9BE7-2D3AB82CEEB6}">
      <dsp:nvSpPr>
        <dsp:cNvPr id="0" name=""/>
        <dsp:cNvSpPr/>
      </dsp:nvSpPr>
      <dsp:spPr>
        <a:xfrm>
          <a:off x="1195647" y="2042"/>
          <a:ext cx="3035833" cy="10351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558" tIns="109558" rIns="109558" bIns="109558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Category and region trends guide inventory and marketing</a:t>
          </a:r>
        </a:p>
      </dsp:txBody>
      <dsp:txXfrm>
        <a:off x="1195647" y="2042"/>
        <a:ext cx="3035833" cy="1035192"/>
      </dsp:txXfrm>
    </dsp:sp>
    <dsp:sp modelId="{8BC7CD92-3C91-46A0-A807-7D5BFCB0D2D3}">
      <dsp:nvSpPr>
        <dsp:cNvPr id="0" name=""/>
        <dsp:cNvSpPr/>
      </dsp:nvSpPr>
      <dsp:spPr>
        <a:xfrm>
          <a:off x="0" y="1296033"/>
          <a:ext cx="4231481" cy="103519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F6ECBF7-A101-49F9-B74A-767046FA9BCF}">
      <dsp:nvSpPr>
        <dsp:cNvPr id="0" name=""/>
        <dsp:cNvSpPr/>
      </dsp:nvSpPr>
      <dsp:spPr>
        <a:xfrm>
          <a:off x="313145" y="1528951"/>
          <a:ext cx="569355" cy="56935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014056-1C08-452B-BD0A-4E56461D94FF}">
      <dsp:nvSpPr>
        <dsp:cNvPr id="0" name=""/>
        <dsp:cNvSpPr/>
      </dsp:nvSpPr>
      <dsp:spPr>
        <a:xfrm>
          <a:off x="1195647" y="1296033"/>
          <a:ext cx="3035833" cy="10351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558" tIns="109558" rIns="109558" bIns="109558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Customer analytics support retention and loyalty initiatives</a:t>
          </a:r>
        </a:p>
      </dsp:txBody>
      <dsp:txXfrm>
        <a:off x="1195647" y="1296033"/>
        <a:ext cx="3035833" cy="1035192"/>
      </dsp:txXfrm>
    </dsp:sp>
    <dsp:sp modelId="{2246DA4F-344F-4403-8EBB-FD03B91B352C}">
      <dsp:nvSpPr>
        <dsp:cNvPr id="0" name=""/>
        <dsp:cNvSpPr/>
      </dsp:nvSpPr>
      <dsp:spPr>
        <a:xfrm>
          <a:off x="0" y="2590024"/>
          <a:ext cx="4231481" cy="103519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A3D5EC-84ED-498D-B484-7DF20FD0FE76}">
      <dsp:nvSpPr>
        <dsp:cNvPr id="0" name=""/>
        <dsp:cNvSpPr/>
      </dsp:nvSpPr>
      <dsp:spPr>
        <a:xfrm>
          <a:off x="313145" y="2822942"/>
          <a:ext cx="569355" cy="56935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8E252E-47A4-4367-9383-3B115A8ECBA5}">
      <dsp:nvSpPr>
        <dsp:cNvPr id="0" name=""/>
        <dsp:cNvSpPr/>
      </dsp:nvSpPr>
      <dsp:spPr>
        <a:xfrm>
          <a:off x="1195647" y="2590024"/>
          <a:ext cx="3035833" cy="10351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558" tIns="109558" rIns="109558" bIns="109558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Abandonment analysis highlights areas for UX improvement</a:t>
          </a:r>
        </a:p>
      </dsp:txBody>
      <dsp:txXfrm>
        <a:off x="1195647" y="2590024"/>
        <a:ext cx="3035833" cy="1035192"/>
      </dsp:txXfrm>
    </dsp:sp>
    <dsp:sp modelId="{CF49B5C8-B9F0-4A8B-9F29-D9603E54794A}">
      <dsp:nvSpPr>
        <dsp:cNvPr id="0" name=""/>
        <dsp:cNvSpPr/>
      </dsp:nvSpPr>
      <dsp:spPr>
        <a:xfrm>
          <a:off x="0" y="3884014"/>
          <a:ext cx="4231481" cy="103519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882BE7-5D00-439C-95CC-CBDC7C1129D2}">
      <dsp:nvSpPr>
        <dsp:cNvPr id="0" name=""/>
        <dsp:cNvSpPr/>
      </dsp:nvSpPr>
      <dsp:spPr>
        <a:xfrm>
          <a:off x="313145" y="4116933"/>
          <a:ext cx="569355" cy="56935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10F1357-D1B2-4A19-BA5D-0FA2585D49E1}">
      <dsp:nvSpPr>
        <dsp:cNvPr id="0" name=""/>
        <dsp:cNvSpPr/>
      </dsp:nvSpPr>
      <dsp:spPr>
        <a:xfrm>
          <a:off x="1195647" y="3884014"/>
          <a:ext cx="3035833" cy="10351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558" tIns="109558" rIns="109558" bIns="109558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Provides a data-driven foundation for decision-making</a:t>
          </a:r>
        </a:p>
      </dsp:txBody>
      <dsp:txXfrm>
        <a:off x="1195647" y="3884014"/>
        <a:ext cx="3035833" cy="10351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30313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944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323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44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479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826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9164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379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18385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67459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5404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5651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2AE8E50-35D4-4D5A-A4BB-168CBB027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0"/>
            <a:ext cx="9141544" cy="685897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16">
            <a:extLst>
              <a:ext uri="{FF2B5EF4-FFF2-40B4-BE49-F238E27FC236}">
                <a16:creationId xmlns:a16="http://schemas.microsoft.com/office/drawing/2014/main" id="{C37D1D6D-17D8-4296-B000-665D1892D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688505" y="1814574"/>
            <a:ext cx="5570417" cy="3228207"/>
          </a:xfrm>
          <a:custGeom>
            <a:avLst/>
            <a:gdLst>
              <a:gd name="connsiteX0" fmla="*/ 4985599 w 5593163"/>
              <a:gd name="connsiteY0" fmla="*/ 636203 h 4305008"/>
              <a:gd name="connsiteX1" fmla="*/ 5528908 w 5593163"/>
              <a:gd name="connsiteY1" fmla="*/ 1181049 h 4305008"/>
              <a:gd name="connsiteX2" fmla="*/ 4985599 w 5593163"/>
              <a:gd name="connsiteY2" fmla="*/ 636203 h 4305008"/>
              <a:gd name="connsiteX3" fmla="*/ 4985599 w 5593163"/>
              <a:gd name="connsiteY3" fmla="*/ 2333028 h 4305008"/>
              <a:gd name="connsiteX4" fmla="*/ 5528908 w 5593163"/>
              <a:gd name="connsiteY4" fmla="*/ 2877874 h 4305008"/>
              <a:gd name="connsiteX5" fmla="*/ 4985599 w 5593163"/>
              <a:gd name="connsiteY5" fmla="*/ 2333028 h 4305008"/>
              <a:gd name="connsiteX6" fmla="*/ 4985597 w 5593163"/>
              <a:gd name="connsiteY6" fmla="*/ 2034258 h 4305008"/>
              <a:gd name="connsiteX7" fmla="*/ 5528906 w 5593163"/>
              <a:gd name="connsiteY7" fmla="*/ 1493690 h 4305008"/>
              <a:gd name="connsiteX8" fmla="*/ 4985597 w 5593163"/>
              <a:gd name="connsiteY8" fmla="*/ 2034258 h 4305008"/>
              <a:gd name="connsiteX9" fmla="*/ 4985597 w 5593163"/>
              <a:gd name="connsiteY9" fmla="*/ 3731083 h 4305008"/>
              <a:gd name="connsiteX10" fmla="*/ 5528906 w 5593163"/>
              <a:gd name="connsiteY10" fmla="*/ 3190516 h 4305008"/>
              <a:gd name="connsiteX11" fmla="*/ 4985597 w 5593163"/>
              <a:gd name="connsiteY11" fmla="*/ 3731083 h 4305008"/>
              <a:gd name="connsiteX12" fmla="*/ 4842232 w 5593163"/>
              <a:gd name="connsiteY12" fmla="*/ 503273 h 4305008"/>
              <a:gd name="connsiteX13" fmla="*/ 4842826 w 5593163"/>
              <a:gd name="connsiteY13" fmla="*/ 491833 h 4305008"/>
              <a:gd name="connsiteX14" fmla="*/ 4843324 w 5593163"/>
              <a:gd name="connsiteY14" fmla="*/ 491866 h 4305008"/>
              <a:gd name="connsiteX15" fmla="*/ 4843350 w 5593163"/>
              <a:gd name="connsiteY15" fmla="*/ 491372 h 4305008"/>
              <a:gd name="connsiteX16" fmla="*/ 4860437 w 5593163"/>
              <a:gd name="connsiteY16" fmla="*/ 492995 h 4305008"/>
              <a:gd name="connsiteX17" fmla="*/ 4955899 w 5593163"/>
              <a:gd name="connsiteY17" fmla="*/ 502060 h 4305008"/>
              <a:gd name="connsiteX18" fmla="*/ 4972112 w 5593163"/>
              <a:gd name="connsiteY18" fmla="*/ 503599 h 4305008"/>
              <a:gd name="connsiteX19" fmla="*/ 4972229 w 5593163"/>
              <a:gd name="connsiteY19" fmla="*/ 504747 h 4305008"/>
              <a:gd name="connsiteX20" fmla="*/ 5583809 w 5593163"/>
              <a:gd name="connsiteY20" fmla="*/ 948988 h 4305008"/>
              <a:gd name="connsiteX21" fmla="*/ 5593163 w 5593163"/>
              <a:gd name="connsiteY21" fmla="*/ 971822 h 4305008"/>
              <a:gd name="connsiteX22" fmla="*/ 5593163 w 5593163"/>
              <a:gd name="connsiteY22" fmla="*/ 1318474 h 4305008"/>
              <a:gd name="connsiteX23" fmla="*/ 5558612 w 5593163"/>
              <a:gd name="connsiteY23" fmla="*/ 1315193 h 4305008"/>
              <a:gd name="connsiteX24" fmla="*/ 5542395 w 5593163"/>
              <a:gd name="connsiteY24" fmla="*/ 1313653 h 4305008"/>
              <a:gd name="connsiteX25" fmla="*/ 5542279 w 5593163"/>
              <a:gd name="connsiteY25" fmla="*/ 1312505 h 4305008"/>
              <a:gd name="connsiteX26" fmla="*/ 4852114 w 5593163"/>
              <a:gd name="connsiteY26" fmla="*/ 619464 h 4305008"/>
              <a:gd name="connsiteX27" fmla="*/ 4851608 w 5593163"/>
              <a:gd name="connsiteY27" fmla="*/ 619401 h 4305008"/>
              <a:gd name="connsiteX28" fmla="*/ 4851070 w 5593163"/>
              <a:gd name="connsiteY28" fmla="*/ 612725 h 4305008"/>
              <a:gd name="connsiteX29" fmla="*/ 4843603 w 5593163"/>
              <a:gd name="connsiteY29" fmla="*/ 520249 h 4305008"/>
              <a:gd name="connsiteX30" fmla="*/ 4842232 w 5593163"/>
              <a:gd name="connsiteY30" fmla="*/ 503273 h 4305008"/>
              <a:gd name="connsiteX31" fmla="*/ 4842232 w 5593163"/>
              <a:gd name="connsiteY31" fmla="*/ 2200098 h 4305008"/>
              <a:gd name="connsiteX32" fmla="*/ 4842826 w 5593163"/>
              <a:gd name="connsiteY32" fmla="*/ 2188658 h 4305008"/>
              <a:gd name="connsiteX33" fmla="*/ 4843324 w 5593163"/>
              <a:gd name="connsiteY33" fmla="*/ 2188691 h 4305008"/>
              <a:gd name="connsiteX34" fmla="*/ 4843350 w 5593163"/>
              <a:gd name="connsiteY34" fmla="*/ 2188197 h 4305008"/>
              <a:gd name="connsiteX35" fmla="*/ 4860437 w 5593163"/>
              <a:gd name="connsiteY35" fmla="*/ 2189820 h 4305008"/>
              <a:gd name="connsiteX36" fmla="*/ 4955899 w 5593163"/>
              <a:gd name="connsiteY36" fmla="*/ 2198885 h 4305008"/>
              <a:gd name="connsiteX37" fmla="*/ 4972112 w 5593163"/>
              <a:gd name="connsiteY37" fmla="*/ 2200424 h 4305008"/>
              <a:gd name="connsiteX38" fmla="*/ 4972229 w 5593163"/>
              <a:gd name="connsiteY38" fmla="*/ 2201572 h 4305008"/>
              <a:gd name="connsiteX39" fmla="*/ 5583809 w 5593163"/>
              <a:gd name="connsiteY39" fmla="*/ 2645813 h 4305008"/>
              <a:gd name="connsiteX40" fmla="*/ 5593163 w 5593163"/>
              <a:gd name="connsiteY40" fmla="*/ 2668647 h 4305008"/>
              <a:gd name="connsiteX41" fmla="*/ 5593163 w 5593163"/>
              <a:gd name="connsiteY41" fmla="*/ 3015299 h 4305008"/>
              <a:gd name="connsiteX42" fmla="*/ 5558612 w 5593163"/>
              <a:gd name="connsiteY42" fmla="*/ 3012018 h 4305008"/>
              <a:gd name="connsiteX43" fmla="*/ 5542395 w 5593163"/>
              <a:gd name="connsiteY43" fmla="*/ 3010478 h 4305008"/>
              <a:gd name="connsiteX44" fmla="*/ 5542279 w 5593163"/>
              <a:gd name="connsiteY44" fmla="*/ 3009330 h 4305008"/>
              <a:gd name="connsiteX45" fmla="*/ 4852114 w 5593163"/>
              <a:gd name="connsiteY45" fmla="*/ 2316289 h 4305008"/>
              <a:gd name="connsiteX46" fmla="*/ 4851608 w 5593163"/>
              <a:gd name="connsiteY46" fmla="*/ 2316226 h 4305008"/>
              <a:gd name="connsiteX47" fmla="*/ 4851070 w 5593163"/>
              <a:gd name="connsiteY47" fmla="*/ 2309550 h 4305008"/>
              <a:gd name="connsiteX48" fmla="*/ 4843603 w 5593163"/>
              <a:gd name="connsiteY48" fmla="*/ 2217074 h 4305008"/>
              <a:gd name="connsiteX49" fmla="*/ 4842232 w 5593163"/>
              <a:gd name="connsiteY49" fmla="*/ 2200098 h 4305008"/>
              <a:gd name="connsiteX50" fmla="*/ 4842232 w 5593163"/>
              <a:gd name="connsiteY50" fmla="*/ 3896923 h 4305008"/>
              <a:gd name="connsiteX51" fmla="*/ 4842826 w 5593163"/>
              <a:gd name="connsiteY51" fmla="*/ 3885483 h 4305008"/>
              <a:gd name="connsiteX52" fmla="*/ 4843324 w 5593163"/>
              <a:gd name="connsiteY52" fmla="*/ 3885516 h 4305008"/>
              <a:gd name="connsiteX53" fmla="*/ 4843350 w 5593163"/>
              <a:gd name="connsiteY53" fmla="*/ 3885022 h 4305008"/>
              <a:gd name="connsiteX54" fmla="*/ 4860437 w 5593163"/>
              <a:gd name="connsiteY54" fmla="*/ 3886645 h 4305008"/>
              <a:gd name="connsiteX55" fmla="*/ 4955899 w 5593163"/>
              <a:gd name="connsiteY55" fmla="*/ 3895710 h 4305008"/>
              <a:gd name="connsiteX56" fmla="*/ 4972112 w 5593163"/>
              <a:gd name="connsiteY56" fmla="*/ 3897249 h 4305008"/>
              <a:gd name="connsiteX57" fmla="*/ 4972229 w 5593163"/>
              <a:gd name="connsiteY57" fmla="*/ 3898397 h 4305008"/>
              <a:gd name="connsiteX58" fmla="*/ 5532481 w 5593163"/>
              <a:gd name="connsiteY58" fmla="*/ 4255797 h 4305008"/>
              <a:gd name="connsiteX59" fmla="*/ 5560926 w 5593163"/>
              <a:gd name="connsiteY59" fmla="*/ 4305008 h 4305008"/>
              <a:gd name="connsiteX60" fmla="*/ 5409877 w 5593163"/>
              <a:gd name="connsiteY60" fmla="*/ 4305008 h 4305008"/>
              <a:gd name="connsiteX61" fmla="*/ 5357754 w 5593163"/>
              <a:gd name="connsiteY61" fmla="*/ 4241205 h 4305008"/>
              <a:gd name="connsiteX62" fmla="*/ 4985599 w 5593163"/>
              <a:gd name="connsiteY62" fmla="*/ 4029853 h 4305008"/>
              <a:gd name="connsiteX63" fmla="*/ 5084780 w 5593163"/>
              <a:gd name="connsiteY63" fmla="*/ 4271827 h 4305008"/>
              <a:gd name="connsiteX64" fmla="*/ 5111462 w 5593163"/>
              <a:gd name="connsiteY64" fmla="*/ 4305008 h 4305008"/>
              <a:gd name="connsiteX65" fmla="*/ 4957353 w 5593163"/>
              <a:gd name="connsiteY65" fmla="*/ 4305008 h 4305008"/>
              <a:gd name="connsiteX66" fmla="*/ 4927231 w 5593163"/>
              <a:gd name="connsiteY66" fmla="*/ 4254710 h 4305008"/>
              <a:gd name="connsiteX67" fmla="*/ 4852114 w 5593163"/>
              <a:gd name="connsiteY67" fmla="*/ 4013114 h 4305008"/>
              <a:gd name="connsiteX68" fmla="*/ 4851608 w 5593163"/>
              <a:gd name="connsiteY68" fmla="*/ 4013051 h 4305008"/>
              <a:gd name="connsiteX69" fmla="*/ 4851070 w 5593163"/>
              <a:gd name="connsiteY69" fmla="*/ 4006375 h 4305008"/>
              <a:gd name="connsiteX70" fmla="*/ 4843603 w 5593163"/>
              <a:gd name="connsiteY70" fmla="*/ 3913899 h 4305008"/>
              <a:gd name="connsiteX71" fmla="*/ 4842232 w 5593163"/>
              <a:gd name="connsiteY71" fmla="*/ 3896923 h 4305008"/>
              <a:gd name="connsiteX72" fmla="*/ 4842230 w 5593163"/>
              <a:gd name="connsiteY72" fmla="*/ 469318 h 4305008"/>
              <a:gd name="connsiteX73" fmla="*/ 4843601 w 5593163"/>
              <a:gd name="connsiteY73" fmla="*/ 452471 h 4305008"/>
              <a:gd name="connsiteX74" fmla="*/ 4851065 w 5593163"/>
              <a:gd name="connsiteY74" fmla="*/ 360740 h 4305008"/>
              <a:gd name="connsiteX75" fmla="*/ 4851605 w 5593163"/>
              <a:gd name="connsiteY75" fmla="*/ 354103 h 4305008"/>
              <a:gd name="connsiteX76" fmla="*/ 4852110 w 5593163"/>
              <a:gd name="connsiteY76" fmla="*/ 354040 h 4305008"/>
              <a:gd name="connsiteX77" fmla="*/ 4936323 w 5593163"/>
              <a:gd name="connsiteY77" fmla="*/ 96778 h 4305008"/>
              <a:gd name="connsiteX78" fmla="*/ 4998957 w 5593163"/>
              <a:gd name="connsiteY78" fmla="*/ 0 h 4305008"/>
              <a:gd name="connsiteX79" fmla="*/ 5167333 w 5593163"/>
              <a:gd name="connsiteY79" fmla="*/ 0 h 4305008"/>
              <a:gd name="connsiteX80" fmla="*/ 5099105 w 5593163"/>
              <a:gd name="connsiteY80" fmla="*/ 76659 h 4305008"/>
              <a:gd name="connsiteX81" fmla="*/ 4985597 w 5593163"/>
              <a:gd name="connsiteY81" fmla="*/ 337433 h 4305008"/>
              <a:gd name="connsiteX82" fmla="*/ 5424571 w 5593163"/>
              <a:gd name="connsiteY82" fmla="*/ 44350 h 4305008"/>
              <a:gd name="connsiteX83" fmla="*/ 5446799 w 5593163"/>
              <a:gd name="connsiteY83" fmla="*/ 0 h 4305008"/>
              <a:gd name="connsiteX84" fmla="*/ 5593163 w 5593163"/>
              <a:gd name="connsiteY84" fmla="*/ 0 h 4305008"/>
              <a:gd name="connsiteX85" fmla="*/ 5593163 w 5593163"/>
              <a:gd name="connsiteY85" fmla="*/ 4197 h 4305008"/>
              <a:gd name="connsiteX86" fmla="*/ 5543598 w 5593163"/>
              <a:gd name="connsiteY86" fmla="*/ 95636 h 4305008"/>
              <a:gd name="connsiteX87" fmla="*/ 4972226 w 5593163"/>
              <a:gd name="connsiteY87" fmla="*/ 467856 h 4305008"/>
              <a:gd name="connsiteX88" fmla="*/ 4972110 w 5593163"/>
              <a:gd name="connsiteY88" fmla="*/ 468995 h 4305008"/>
              <a:gd name="connsiteX89" fmla="*/ 4955893 w 5593163"/>
              <a:gd name="connsiteY89" fmla="*/ 470523 h 4305008"/>
              <a:gd name="connsiteX90" fmla="*/ 4860466 w 5593163"/>
              <a:gd name="connsiteY90" fmla="*/ 479514 h 4305008"/>
              <a:gd name="connsiteX91" fmla="*/ 4843348 w 5593163"/>
              <a:gd name="connsiteY91" fmla="*/ 481127 h 4305008"/>
              <a:gd name="connsiteX92" fmla="*/ 4843322 w 5593163"/>
              <a:gd name="connsiteY92" fmla="*/ 480636 h 4305008"/>
              <a:gd name="connsiteX93" fmla="*/ 4842823 w 5593163"/>
              <a:gd name="connsiteY93" fmla="*/ 480669 h 4305008"/>
              <a:gd name="connsiteX94" fmla="*/ 4842230 w 5593163"/>
              <a:gd name="connsiteY94" fmla="*/ 469318 h 4305008"/>
              <a:gd name="connsiteX95" fmla="*/ 4842230 w 5593163"/>
              <a:gd name="connsiteY95" fmla="*/ 2166144 h 4305008"/>
              <a:gd name="connsiteX96" fmla="*/ 4843601 w 5593163"/>
              <a:gd name="connsiteY96" fmla="*/ 2149296 h 4305008"/>
              <a:gd name="connsiteX97" fmla="*/ 4851065 w 5593163"/>
              <a:gd name="connsiteY97" fmla="*/ 2057565 h 4305008"/>
              <a:gd name="connsiteX98" fmla="*/ 4851605 w 5593163"/>
              <a:gd name="connsiteY98" fmla="*/ 2050928 h 4305008"/>
              <a:gd name="connsiteX99" fmla="*/ 4852110 w 5593163"/>
              <a:gd name="connsiteY99" fmla="*/ 2050865 h 4305008"/>
              <a:gd name="connsiteX100" fmla="*/ 5542276 w 5593163"/>
              <a:gd name="connsiteY100" fmla="*/ 1363267 h 4305008"/>
              <a:gd name="connsiteX101" fmla="*/ 5542393 w 5593163"/>
              <a:gd name="connsiteY101" fmla="*/ 1362128 h 4305008"/>
              <a:gd name="connsiteX102" fmla="*/ 5558606 w 5593163"/>
              <a:gd name="connsiteY102" fmla="*/ 1360601 h 4305008"/>
              <a:gd name="connsiteX103" fmla="*/ 5593163 w 5593163"/>
              <a:gd name="connsiteY103" fmla="*/ 1357345 h 4305008"/>
              <a:gd name="connsiteX104" fmla="*/ 5593163 w 5593163"/>
              <a:gd name="connsiteY104" fmla="*/ 1701268 h 4305008"/>
              <a:gd name="connsiteX105" fmla="*/ 5583807 w 5593163"/>
              <a:gd name="connsiteY105" fmla="*/ 1723929 h 4305008"/>
              <a:gd name="connsiteX106" fmla="*/ 4972226 w 5593163"/>
              <a:gd name="connsiteY106" fmla="*/ 2164681 h 4305008"/>
              <a:gd name="connsiteX107" fmla="*/ 4972110 w 5593163"/>
              <a:gd name="connsiteY107" fmla="*/ 2165820 h 4305008"/>
              <a:gd name="connsiteX108" fmla="*/ 4955893 w 5593163"/>
              <a:gd name="connsiteY108" fmla="*/ 2167348 h 4305008"/>
              <a:gd name="connsiteX109" fmla="*/ 4860466 w 5593163"/>
              <a:gd name="connsiteY109" fmla="*/ 2176339 h 4305008"/>
              <a:gd name="connsiteX110" fmla="*/ 4843348 w 5593163"/>
              <a:gd name="connsiteY110" fmla="*/ 2177952 h 4305008"/>
              <a:gd name="connsiteX111" fmla="*/ 4843322 w 5593163"/>
              <a:gd name="connsiteY111" fmla="*/ 2177461 h 4305008"/>
              <a:gd name="connsiteX112" fmla="*/ 4842823 w 5593163"/>
              <a:gd name="connsiteY112" fmla="*/ 2177494 h 4305008"/>
              <a:gd name="connsiteX113" fmla="*/ 4842230 w 5593163"/>
              <a:gd name="connsiteY113" fmla="*/ 2166144 h 4305008"/>
              <a:gd name="connsiteX114" fmla="*/ 4842230 w 5593163"/>
              <a:gd name="connsiteY114" fmla="*/ 3862969 h 4305008"/>
              <a:gd name="connsiteX115" fmla="*/ 4843601 w 5593163"/>
              <a:gd name="connsiteY115" fmla="*/ 3846121 h 4305008"/>
              <a:gd name="connsiteX116" fmla="*/ 4851065 w 5593163"/>
              <a:gd name="connsiteY116" fmla="*/ 3754390 h 4305008"/>
              <a:gd name="connsiteX117" fmla="*/ 4851605 w 5593163"/>
              <a:gd name="connsiteY117" fmla="*/ 3747753 h 4305008"/>
              <a:gd name="connsiteX118" fmla="*/ 4852110 w 5593163"/>
              <a:gd name="connsiteY118" fmla="*/ 3747690 h 4305008"/>
              <a:gd name="connsiteX119" fmla="*/ 5542276 w 5593163"/>
              <a:gd name="connsiteY119" fmla="*/ 3060092 h 4305008"/>
              <a:gd name="connsiteX120" fmla="*/ 5542393 w 5593163"/>
              <a:gd name="connsiteY120" fmla="*/ 3058953 h 4305008"/>
              <a:gd name="connsiteX121" fmla="*/ 5558606 w 5593163"/>
              <a:gd name="connsiteY121" fmla="*/ 3057426 h 4305008"/>
              <a:gd name="connsiteX122" fmla="*/ 5593163 w 5593163"/>
              <a:gd name="connsiteY122" fmla="*/ 3054170 h 4305008"/>
              <a:gd name="connsiteX123" fmla="*/ 5593163 w 5593163"/>
              <a:gd name="connsiteY123" fmla="*/ 3398093 h 4305008"/>
              <a:gd name="connsiteX124" fmla="*/ 5583807 w 5593163"/>
              <a:gd name="connsiteY124" fmla="*/ 3420754 h 4305008"/>
              <a:gd name="connsiteX125" fmla="*/ 4972226 w 5593163"/>
              <a:gd name="connsiteY125" fmla="*/ 3861506 h 4305008"/>
              <a:gd name="connsiteX126" fmla="*/ 4972110 w 5593163"/>
              <a:gd name="connsiteY126" fmla="*/ 3862645 h 4305008"/>
              <a:gd name="connsiteX127" fmla="*/ 4955893 w 5593163"/>
              <a:gd name="connsiteY127" fmla="*/ 3864173 h 4305008"/>
              <a:gd name="connsiteX128" fmla="*/ 4860466 w 5593163"/>
              <a:gd name="connsiteY128" fmla="*/ 3873164 h 4305008"/>
              <a:gd name="connsiteX129" fmla="*/ 4843348 w 5593163"/>
              <a:gd name="connsiteY129" fmla="*/ 3874777 h 4305008"/>
              <a:gd name="connsiteX130" fmla="*/ 4843322 w 5593163"/>
              <a:gd name="connsiteY130" fmla="*/ 3874286 h 4305008"/>
              <a:gd name="connsiteX131" fmla="*/ 4842823 w 5593163"/>
              <a:gd name="connsiteY131" fmla="*/ 3874319 h 4305008"/>
              <a:gd name="connsiteX132" fmla="*/ 4842230 w 5593163"/>
              <a:gd name="connsiteY132" fmla="*/ 3862969 h 4305008"/>
              <a:gd name="connsiteX133" fmla="*/ 4135041 w 5593163"/>
              <a:gd name="connsiteY133" fmla="*/ 1181049 h 4305008"/>
              <a:gd name="connsiteX134" fmla="*/ 4678350 w 5593163"/>
              <a:gd name="connsiteY134" fmla="*/ 636203 h 4305008"/>
              <a:gd name="connsiteX135" fmla="*/ 4135041 w 5593163"/>
              <a:gd name="connsiteY135" fmla="*/ 1181049 h 4305008"/>
              <a:gd name="connsiteX136" fmla="*/ 4135041 w 5593163"/>
              <a:gd name="connsiteY136" fmla="*/ 1493690 h 4305008"/>
              <a:gd name="connsiteX137" fmla="*/ 4678350 w 5593163"/>
              <a:gd name="connsiteY137" fmla="*/ 2034258 h 4305008"/>
              <a:gd name="connsiteX138" fmla="*/ 4135041 w 5593163"/>
              <a:gd name="connsiteY138" fmla="*/ 1493690 h 4305008"/>
              <a:gd name="connsiteX139" fmla="*/ 4135041 w 5593163"/>
              <a:gd name="connsiteY139" fmla="*/ 2877874 h 4305008"/>
              <a:gd name="connsiteX140" fmla="*/ 4678350 w 5593163"/>
              <a:gd name="connsiteY140" fmla="*/ 2333028 h 4305008"/>
              <a:gd name="connsiteX141" fmla="*/ 4135041 w 5593163"/>
              <a:gd name="connsiteY141" fmla="*/ 2877874 h 4305008"/>
              <a:gd name="connsiteX142" fmla="*/ 4135041 w 5593163"/>
              <a:gd name="connsiteY142" fmla="*/ 3190516 h 4305008"/>
              <a:gd name="connsiteX143" fmla="*/ 4678350 w 5593163"/>
              <a:gd name="connsiteY143" fmla="*/ 3731083 h 4305008"/>
              <a:gd name="connsiteX144" fmla="*/ 4135041 w 5593163"/>
              <a:gd name="connsiteY144" fmla="*/ 3190516 h 4305008"/>
              <a:gd name="connsiteX145" fmla="*/ 4103022 w 5593163"/>
              <a:gd name="connsiteY145" fmla="*/ 4305008 h 4305008"/>
              <a:gd name="connsiteX146" fmla="*/ 4131467 w 5593163"/>
              <a:gd name="connsiteY146" fmla="*/ 4255797 h 4305008"/>
              <a:gd name="connsiteX147" fmla="*/ 4691720 w 5593163"/>
              <a:gd name="connsiteY147" fmla="*/ 3898397 h 4305008"/>
              <a:gd name="connsiteX148" fmla="*/ 4691837 w 5593163"/>
              <a:gd name="connsiteY148" fmla="*/ 3897249 h 4305008"/>
              <a:gd name="connsiteX149" fmla="*/ 4708050 w 5593163"/>
              <a:gd name="connsiteY149" fmla="*/ 3895710 h 4305008"/>
              <a:gd name="connsiteX150" fmla="*/ 4803512 w 5593163"/>
              <a:gd name="connsiteY150" fmla="*/ 3886645 h 4305008"/>
              <a:gd name="connsiteX151" fmla="*/ 4820599 w 5593163"/>
              <a:gd name="connsiteY151" fmla="*/ 3885022 h 4305008"/>
              <a:gd name="connsiteX152" fmla="*/ 4820625 w 5593163"/>
              <a:gd name="connsiteY152" fmla="*/ 3885516 h 4305008"/>
              <a:gd name="connsiteX153" fmla="*/ 4821123 w 5593163"/>
              <a:gd name="connsiteY153" fmla="*/ 3885483 h 4305008"/>
              <a:gd name="connsiteX154" fmla="*/ 4821717 w 5593163"/>
              <a:gd name="connsiteY154" fmla="*/ 3896923 h 4305008"/>
              <a:gd name="connsiteX155" fmla="*/ 4820346 w 5593163"/>
              <a:gd name="connsiteY155" fmla="*/ 3913899 h 4305008"/>
              <a:gd name="connsiteX156" fmla="*/ 4812879 w 5593163"/>
              <a:gd name="connsiteY156" fmla="*/ 4006375 h 4305008"/>
              <a:gd name="connsiteX157" fmla="*/ 4812341 w 5593163"/>
              <a:gd name="connsiteY157" fmla="*/ 4013051 h 4305008"/>
              <a:gd name="connsiteX158" fmla="*/ 4811835 w 5593163"/>
              <a:gd name="connsiteY158" fmla="*/ 4013114 h 4305008"/>
              <a:gd name="connsiteX159" fmla="*/ 4736718 w 5593163"/>
              <a:gd name="connsiteY159" fmla="*/ 4254710 h 4305008"/>
              <a:gd name="connsiteX160" fmla="*/ 4706597 w 5593163"/>
              <a:gd name="connsiteY160" fmla="*/ 4305008 h 4305008"/>
              <a:gd name="connsiteX161" fmla="*/ 4552487 w 5593163"/>
              <a:gd name="connsiteY161" fmla="*/ 4305008 h 4305008"/>
              <a:gd name="connsiteX162" fmla="*/ 4579169 w 5593163"/>
              <a:gd name="connsiteY162" fmla="*/ 4271827 h 4305008"/>
              <a:gd name="connsiteX163" fmla="*/ 4678350 w 5593163"/>
              <a:gd name="connsiteY163" fmla="*/ 4029853 h 4305008"/>
              <a:gd name="connsiteX164" fmla="*/ 4306196 w 5593163"/>
              <a:gd name="connsiteY164" fmla="*/ 4241205 h 4305008"/>
              <a:gd name="connsiteX165" fmla="*/ 4254073 w 5593163"/>
              <a:gd name="connsiteY165" fmla="*/ 4305008 h 4305008"/>
              <a:gd name="connsiteX166" fmla="*/ 4068511 w 5593163"/>
              <a:gd name="connsiteY166" fmla="*/ 0 h 4305008"/>
              <a:gd name="connsiteX167" fmla="*/ 4217148 w 5593163"/>
              <a:gd name="connsiteY167" fmla="*/ 0 h 4305008"/>
              <a:gd name="connsiteX168" fmla="*/ 4239376 w 5593163"/>
              <a:gd name="connsiteY168" fmla="*/ 44350 h 4305008"/>
              <a:gd name="connsiteX169" fmla="*/ 4678350 w 5593163"/>
              <a:gd name="connsiteY169" fmla="*/ 337433 h 4305008"/>
              <a:gd name="connsiteX170" fmla="*/ 4564842 w 5593163"/>
              <a:gd name="connsiteY170" fmla="*/ 76659 h 4305008"/>
              <a:gd name="connsiteX171" fmla="*/ 4496615 w 5593163"/>
              <a:gd name="connsiteY171" fmla="*/ 0 h 4305008"/>
              <a:gd name="connsiteX172" fmla="*/ 4664989 w 5593163"/>
              <a:gd name="connsiteY172" fmla="*/ 0 h 4305008"/>
              <a:gd name="connsiteX173" fmla="*/ 4727623 w 5593163"/>
              <a:gd name="connsiteY173" fmla="*/ 96778 h 4305008"/>
              <a:gd name="connsiteX174" fmla="*/ 4811836 w 5593163"/>
              <a:gd name="connsiteY174" fmla="*/ 354040 h 4305008"/>
              <a:gd name="connsiteX175" fmla="*/ 4812342 w 5593163"/>
              <a:gd name="connsiteY175" fmla="*/ 354103 h 4305008"/>
              <a:gd name="connsiteX176" fmla="*/ 4812882 w 5593163"/>
              <a:gd name="connsiteY176" fmla="*/ 360740 h 4305008"/>
              <a:gd name="connsiteX177" fmla="*/ 4820346 w 5593163"/>
              <a:gd name="connsiteY177" fmla="*/ 452471 h 4305008"/>
              <a:gd name="connsiteX178" fmla="*/ 4821717 w 5593163"/>
              <a:gd name="connsiteY178" fmla="*/ 469318 h 4305008"/>
              <a:gd name="connsiteX179" fmla="*/ 4821124 w 5593163"/>
              <a:gd name="connsiteY179" fmla="*/ 480669 h 4305008"/>
              <a:gd name="connsiteX180" fmla="*/ 4820625 w 5593163"/>
              <a:gd name="connsiteY180" fmla="*/ 480636 h 4305008"/>
              <a:gd name="connsiteX181" fmla="*/ 4820599 w 5593163"/>
              <a:gd name="connsiteY181" fmla="*/ 481127 h 4305008"/>
              <a:gd name="connsiteX182" fmla="*/ 4803481 w 5593163"/>
              <a:gd name="connsiteY182" fmla="*/ 479514 h 4305008"/>
              <a:gd name="connsiteX183" fmla="*/ 4708054 w 5593163"/>
              <a:gd name="connsiteY183" fmla="*/ 470523 h 4305008"/>
              <a:gd name="connsiteX184" fmla="*/ 4691837 w 5593163"/>
              <a:gd name="connsiteY184" fmla="*/ 468995 h 4305008"/>
              <a:gd name="connsiteX185" fmla="*/ 4691721 w 5593163"/>
              <a:gd name="connsiteY185" fmla="*/ 467856 h 4305008"/>
              <a:gd name="connsiteX186" fmla="*/ 4120350 w 5593163"/>
              <a:gd name="connsiteY186" fmla="*/ 95636 h 4305008"/>
              <a:gd name="connsiteX187" fmla="*/ 3991674 w 5593163"/>
              <a:gd name="connsiteY187" fmla="*/ 1313979 h 4305008"/>
              <a:gd name="connsiteX188" fmla="*/ 3993045 w 5593163"/>
              <a:gd name="connsiteY188" fmla="*/ 1296998 h 4305008"/>
              <a:gd name="connsiteX189" fmla="*/ 4000509 w 5593163"/>
              <a:gd name="connsiteY189" fmla="*/ 1204541 h 4305008"/>
              <a:gd name="connsiteX190" fmla="*/ 4001049 w 5593163"/>
              <a:gd name="connsiteY190" fmla="*/ 1197851 h 4305008"/>
              <a:gd name="connsiteX191" fmla="*/ 4001555 w 5593163"/>
              <a:gd name="connsiteY191" fmla="*/ 1197788 h 4305008"/>
              <a:gd name="connsiteX192" fmla="*/ 4691720 w 5593163"/>
              <a:gd name="connsiteY192" fmla="*/ 504747 h 4305008"/>
              <a:gd name="connsiteX193" fmla="*/ 4691837 w 5593163"/>
              <a:gd name="connsiteY193" fmla="*/ 503599 h 4305008"/>
              <a:gd name="connsiteX194" fmla="*/ 4708050 w 5593163"/>
              <a:gd name="connsiteY194" fmla="*/ 502060 h 4305008"/>
              <a:gd name="connsiteX195" fmla="*/ 4803512 w 5593163"/>
              <a:gd name="connsiteY195" fmla="*/ 492995 h 4305008"/>
              <a:gd name="connsiteX196" fmla="*/ 4820599 w 5593163"/>
              <a:gd name="connsiteY196" fmla="*/ 491372 h 4305008"/>
              <a:gd name="connsiteX197" fmla="*/ 4820625 w 5593163"/>
              <a:gd name="connsiteY197" fmla="*/ 491866 h 4305008"/>
              <a:gd name="connsiteX198" fmla="*/ 4821123 w 5593163"/>
              <a:gd name="connsiteY198" fmla="*/ 491833 h 4305008"/>
              <a:gd name="connsiteX199" fmla="*/ 4821717 w 5593163"/>
              <a:gd name="connsiteY199" fmla="*/ 503273 h 4305008"/>
              <a:gd name="connsiteX200" fmla="*/ 4820346 w 5593163"/>
              <a:gd name="connsiteY200" fmla="*/ 520249 h 4305008"/>
              <a:gd name="connsiteX201" fmla="*/ 4812879 w 5593163"/>
              <a:gd name="connsiteY201" fmla="*/ 612725 h 4305008"/>
              <a:gd name="connsiteX202" fmla="*/ 4812341 w 5593163"/>
              <a:gd name="connsiteY202" fmla="*/ 619401 h 4305008"/>
              <a:gd name="connsiteX203" fmla="*/ 4811835 w 5593163"/>
              <a:gd name="connsiteY203" fmla="*/ 619464 h 4305008"/>
              <a:gd name="connsiteX204" fmla="*/ 4121670 w 5593163"/>
              <a:gd name="connsiteY204" fmla="*/ 1312505 h 4305008"/>
              <a:gd name="connsiteX205" fmla="*/ 4121554 w 5593163"/>
              <a:gd name="connsiteY205" fmla="*/ 1313653 h 4305008"/>
              <a:gd name="connsiteX206" fmla="*/ 4105337 w 5593163"/>
              <a:gd name="connsiteY206" fmla="*/ 1315193 h 4305008"/>
              <a:gd name="connsiteX207" fmla="*/ 4009911 w 5593163"/>
              <a:gd name="connsiteY207" fmla="*/ 1324255 h 4305008"/>
              <a:gd name="connsiteX208" fmla="*/ 3992792 w 5593163"/>
              <a:gd name="connsiteY208" fmla="*/ 1325881 h 4305008"/>
              <a:gd name="connsiteX209" fmla="*/ 3992766 w 5593163"/>
              <a:gd name="connsiteY209" fmla="*/ 1325386 h 4305008"/>
              <a:gd name="connsiteX210" fmla="*/ 3992267 w 5593163"/>
              <a:gd name="connsiteY210" fmla="*/ 1325419 h 4305008"/>
              <a:gd name="connsiteX211" fmla="*/ 3991674 w 5593163"/>
              <a:gd name="connsiteY211" fmla="*/ 1313979 h 4305008"/>
              <a:gd name="connsiteX212" fmla="*/ 3991674 w 5593163"/>
              <a:gd name="connsiteY212" fmla="*/ 1361805 h 4305008"/>
              <a:gd name="connsiteX213" fmla="*/ 3992268 w 5593163"/>
              <a:gd name="connsiteY213" fmla="*/ 1350455 h 4305008"/>
              <a:gd name="connsiteX214" fmla="*/ 3992766 w 5593163"/>
              <a:gd name="connsiteY214" fmla="*/ 1350487 h 4305008"/>
              <a:gd name="connsiteX215" fmla="*/ 3992792 w 5593163"/>
              <a:gd name="connsiteY215" fmla="*/ 1349997 h 4305008"/>
              <a:gd name="connsiteX216" fmla="*/ 4009880 w 5593163"/>
              <a:gd name="connsiteY216" fmla="*/ 1351607 h 4305008"/>
              <a:gd name="connsiteX217" fmla="*/ 4105341 w 5593163"/>
              <a:gd name="connsiteY217" fmla="*/ 1360601 h 4305008"/>
              <a:gd name="connsiteX218" fmla="*/ 4121554 w 5593163"/>
              <a:gd name="connsiteY218" fmla="*/ 1362128 h 4305008"/>
              <a:gd name="connsiteX219" fmla="*/ 4121671 w 5593163"/>
              <a:gd name="connsiteY219" fmla="*/ 1363267 h 4305008"/>
              <a:gd name="connsiteX220" fmla="*/ 4811836 w 5593163"/>
              <a:gd name="connsiteY220" fmla="*/ 2050865 h 4305008"/>
              <a:gd name="connsiteX221" fmla="*/ 4812342 w 5593163"/>
              <a:gd name="connsiteY221" fmla="*/ 2050928 h 4305008"/>
              <a:gd name="connsiteX222" fmla="*/ 4812882 w 5593163"/>
              <a:gd name="connsiteY222" fmla="*/ 2057565 h 4305008"/>
              <a:gd name="connsiteX223" fmla="*/ 4820346 w 5593163"/>
              <a:gd name="connsiteY223" fmla="*/ 2149296 h 4305008"/>
              <a:gd name="connsiteX224" fmla="*/ 4821717 w 5593163"/>
              <a:gd name="connsiteY224" fmla="*/ 2166144 h 4305008"/>
              <a:gd name="connsiteX225" fmla="*/ 4821124 w 5593163"/>
              <a:gd name="connsiteY225" fmla="*/ 2177494 h 4305008"/>
              <a:gd name="connsiteX226" fmla="*/ 4820625 w 5593163"/>
              <a:gd name="connsiteY226" fmla="*/ 2177461 h 4305008"/>
              <a:gd name="connsiteX227" fmla="*/ 4820599 w 5593163"/>
              <a:gd name="connsiteY227" fmla="*/ 2177952 h 4305008"/>
              <a:gd name="connsiteX228" fmla="*/ 4803481 w 5593163"/>
              <a:gd name="connsiteY228" fmla="*/ 2176339 h 4305008"/>
              <a:gd name="connsiteX229" fmla="*/ 4708054 w 5593163"/>
              <a:gd name="connsiteY229" fmla="*/ 2167348 h 4305008"/>
              <a:gd name="connsiteX230" fmla="*/ 4691837 w 5593163"/>
              <a:gd name="connsiteY230" fmla="*/ 2165820 h 4305008"/>
              <a:gd name="connsiteX231" fmla="*/ 4691721 w 5593163"/>
              <a:gd name="connsiteY231" fmla="*/ 2164681 h 4305008"/>
              <a:gd name="connsiteX232" fmla="*/ 4001556 w 5593163"/>
              <a:gd name="connsiteY232" fmla="*/ 1477083 h 4305008"/>
              <a:gd name="connsiteX233" fmla="*/ 4001050 w 5593163"/>
              <a:gd name="connsiteY233" fmla="*/ 1477021 h 4305008"/>
              <a:gd name="connsiteX234" fmla="*/ 4000512 w 5593163"/>
              <a:gd name="connsiteY234" fmla="*/ 1470397 h 4305008"/>
              <a:gd name="connsiteX235" fmla="*/ 3993045 w 5593163"/>
              <a:gd name="connsiteY235" fmla="*/ 1378647 h 4305008"/>
              <a:gd name="connsiteX236" fmla="*/ 3991674 w 5593163"/>
              <a:gd name="connsiteY236" fmla="*/ 1361805 h 4305008"/>
              <a:gd name="connsiteX237" fmla="*/ 3991674 w 5593163"/>
              <a:gd name="connsiteY237" fmla="*/ 3010804 h 4305008"/>
              <a:gd name="connsiteX238" fmla="*/ 3993045 w 5593163"/>
              <a:gd name="connsiteY238" fmla="*/ 2993823 h 4305008"/>
              <a:gd name="connsiteX239" fmla="*/ 4000509 w 5593163"/>
              <a:gd name="connsiteY239" fmla="*/ 2901366 h 4305008"/>
              <a:gd name="connsiteX240" fmla="*/ 4001049 w 5593163"/>
              <a:gd name="connsiteY240" fmla="*/ 2894676 h 4305008"/>
              <a:gd name="connsiteX241" fmla="*/ 4001555 w 5593163"/>
              <a:gd name="connsiteY241" fmla="*/ 2894613 h 4305008"/>
              <a:gd name="connsiteX242" fmla="*/ 4691720 w 5593163"/>
              <a:gd name="connsiteY242" fmla="*/ 2201572 h 4305008"/>
              <a:gd name="connsiteX243" fmla="*/ 4691837 w 5593163"/>
              <a:gd name="connsiteY243" fmla="*/ 2200424 h 4305008"/>
              <a:gd name="connsiteX244" fmla="*/ 4708050 w 5593163"/>
              <a:gd name="connsiteY244" fmla="*/ 2198885 h 4305008"/>
              <a:gd name="connsiteX245" fmla="*/ 4803512 w 5593163"/>
              <a:gd name="connsiteY245" fmla="*/ 2189820 h 4305008"/>
              <a:gd name="connsiteX246" fmla="*/ 4820599 w 5593163"/>
              <a:gd name="connsiteY246" fmla="*/ 2188197 h 4305008"/>
              <a:gd name="connsiteX247" fmla="*/ 4820625 w 5593163"/>
              <a:gd name="connsiteY247" fmla="*/ 2188691 h 4305008"/>
              <a:gd name="connsiteX248" fmla="*/ 4821123 w 5593163"/>
              <a:gd name="connsiteY248" fmla="*/ 2188658 h 4305008"/>
              <a:gd name="connsiteX249" fmla="*/ 4821717 w 5593163"/>
              <a:gd name="connsiteY249" fmla="*/ 2200098 h 4305008"/>
              <a:gd name="connsiteX250" fmla="*/ 4820346 w 5593163"/>
              <a:gd name="connsiteY250" fmla="*/ 2217074 h 4305008"/>
              <a:gd name="connsiteX251" fmla="*/ 4812879 w 5593163"/>
              <a:gd name="connsiteY251" fmla="*/ 2309550 h 4305008"/>
              <a:gd name="connsiteX252" fmla="*/ 4812341 w 5593163"/>
              <a:gd name="connsiteY252" fmla="*/ 2316226 h 4305008"/>
              <a:gd name="connsiteX253" fmla="*/ 4811835 w 5593163"/>
              <a:gd name="connsiteY253" fmla="*/ 2316289 h 4305008"/>
              <a:gd name="connsiteX254" fmla="*/ 4121670 w 5593163"/>
              <a:gd name="connsiteY254" fmla="*/ 3009330 h 4305008"/>
              <a:gd name="connsiteX255" fmla="*/ 4121554 w 5593163"/>
              <a:gd name="connsiteY255" fmla="*/ 3010478 h 4305008"/>
              <a:gd name="connsiteX256" fmla="*/ 4105337 w 5593163"/>
              <a:gd name="connsiteY256" fmla="*/ 3012018 h 4305008"/>
              <a:gd name="connsiteX257" fmla="*/ 4009911 w 5593163"/>
              <a:gd name="connsiteY257" fmla="*/ 3021080 h 4305008"/>
              <a:gd name="connsiteX258" fmla="*/ 3992792 w 5593163"/>
              <a:gd name="connsiteY258" fmla="*/ 3022706 h 4305008"/>
              <a:gd name="connsiteX259" fmla="*/ 3992766 w 5593163"/>
              <a:gd name="connsiteY259" fmla="*/ 3022211 h 4305008"/>
              <a:gd name="connsiteX260" fmla="*/ 3992267 w 5593163"/>
              <a:gd name="connsiteY260" fmla="*/ 3022244 h 4305008"/>
              <a:gd name="connsiteX261" fmla="*/ 3991674 w 5593163"/>
              <a:gd name="connsiteY261" fmla="*/ 3010804 h 4305008"/>
              <a:gd name="connsiteX262" fmla="*/ 3991674 w 5593163"/>
              <a:gd name="connsiteY262" fmla="*/ 3058630 h 4305008"/>
              <a:gd name="connsiteX263" fmla="*/ 3992268 w 5593163"/>
              <a:gd name="connsiteY263" fmla="*/ 3047280 h 4305008"/>
              <a:gd name="connsiteX264" fmla="*/ 3992766 w 5593163"/>
              <a:gd name="connsiteY264" fmla="*/ 3047312 h 4305008"/>
              <a:gd name="connsiteX265" fmla="*/ 3992792 w 5593163"/>
              <a:gd name="connsiteY265" fmla="*/ 3046822 h 4305008"/>
              <a:gd name="connsiteX266" fmla="*/ 4009880 w 5593163"/>
              <a:gd name="connsiteY266" fmla="*/ 3048432 h 4305008"/>
              <a:gd name="connsiteX267" fmla="*/ 4105341 w 5593163"/>
              <a:gd name="connsiteY267" fmla="*/ 3057426 h 4305008"/>
              <a:gd name="connsiteX268" fmla="*/ 4121554 w 5593163"/>
              <a:gd name="connsiteY268" fmla="*/ 3058953 h 4305008"/>
              <a:gd name="connsiteX269" fmla="*/ 4121671 w 5593163"/>
              <a:gd name="connsiteY269" fmla="*/ 3060092 h 4305008"/>
              <a:gd name="connsiteX270" fmla="*/ 4811836 w 5593163"/>
              <a:gd name="connsiteY270" fmla="*/ 3747690 h 4305008"/>
              <a:gd name="connsiteX271" fmla="*/ 4812342 w 5593163"/>
              <a:gd name="connsiteY271" fmla="*/ 3747753 h 4305008"/>
              <a:gd name="connsiteX272" fmla="*/ 4812882 w 5593163"/>
              <a:gd name="connsiteY272" fmla="*/ 3754390 h 4305008"/>
              <a:gd name="connsiteX273" fmla="*/ 4820346 w 5593163"/>
              <a:gd name="connsiteY273" fmla="*/ 3846121 h 4305008"/>
              <a:gd name="connsiteX274" fmla="*/ 4821717 w 5593163"/>
              <a:gd name="connsiteY274" fmla="*/ 3862969 h 4305008"/>
              <a:gd name="connsiteX275" fmla="*/ 4821124 w 5593163"/>
              <a:gd name="connsiteY275" fmla="*/ 3874319 h 4305008"/>
              <a:gd name="connsiteX276" fmla="*/ 4820625 w 5593163"/>
              <a:gd name="connsiteY276" fmla="*/ 3874286 h 4305008"/>
              <a:gd name="connsiteX277" fmla="*/ 4820599 w 5593163"/>
              <a:gd name="connsiteY277" fmla="*/ 3874777 h 4305008"/>
              <a:gd name="connsiteX278" fmla="*/ 4803481 w 5593163"/>
              <a:gd name="connsiteY278" fmla="*/ 3873164 h 4305008"/>
              <a:gd name="connsiteX279" fmla="*/ 4708054 w 5593163"/>
              <a:gd name="connsiteY279" fmla="*/ 3864173 h 4305008"/>
              <a:gd name="connsiteX280" fmla="*/ 4691837 w 5593163"/>
              <a:gd name="connsiteY280" fmla="*/ 3862645 h 4305008"/>
              <a:gd name="connsiteX281" fmla="*/ 4691721 w 5593163"/>
              <a:gd name="connsiteY281" fmla="*/ 3861506 h 4305008"/>
              <a:gd name="connsiteX282" fmla="*/ 4001556 w 5593163"/>
              <a:gd name="connsiteY282" fmla="*/ 3173908 h 4305008"/>
              <a:gd name="connsiteX283" fmla="*/ 4001050 w 5593163"/>
              <a:gd name="connsiteY283" fmla="*/ 3173846 h 4305008"/>
              <a:gd name="connsiteX284" fmla="*/ 4000512 w 5593163"/>
              <a:gd name="connsiteY284" fmla="*/ 3167222 h 4305008"/>
              <a:gd name="connsiteX285" fmla="*/ 3993045 w 5593163"/>
              <a:gd name="connsiteY285" fmla="*/ 3075472 h 4305008"/>
              <a:gd name="connsiteX286" fmla="*/ 3991674 w 5593163"/>
              <a:gd name="connsiteY286" fmla="*/ 3058630 h 4305008"/>
              <a:gd name="connsiteX287" fmla="*/ 3293448 w 5593163"/>
              <a:gd name="connsiteY287" fmla="*/ 636203 h 4305008"/>
              <a:gd name="connsiteX288" fmla="*/ 3836757 w 5593163"/>
              <a:gd name="connsiteY288" fmla="*/ 1181049 h 4305008"/>
              <a:gd name="connsiteX289" fmla="*/ 3293448 w 5593163"/>
              <a:gd name="connsiteY289" fmla="*/ 636203 h 4305008"/>
              <a:gd name="connsiteX290" fmla="*/ 3293448 w 5593163"/>
              <a:gd name="connsiteY290" fmla="*/ 2333028 h 4305008"/>
              <a:gd name="connsiteX291" fmla="*/ 3836757 w 5593163"/>
              <a:gd name="connsiteY291" fmla="*/ 2877874 h 4305008"/>
              <a:gd name="connsiteX292" fmla="*/ 3293448 w 5593163"/>
              <a:gd name="connsiteY292" fmla="*/ 2333028 h 4305008"/>
              <a:gd name="connsiteX293" fmla="*/ 3293446 w 5593163"/>
              <a:gd name="connsiteY293" fmla="*/ 2034258 h 4305008"/>
              <a:gd name="connsiteX294" fmla="*/ 3836755 w 5593163"/>
              <a:gd name="connsiteY294" fmla="*/ 1493690 h 4305008"/>
              <a:gd name="connsiteX295" fmla="*/ 3293446 w 5593163"/>
              <a:gd name="connsiteY295" fmla="*/ 2034258 h 4305008"/>
              <a:gd name="connsiteX296" fmla="*/ 3293446 w 5593163"/>
              <a:gd name="connsiteY296" fmla="*/ 3731083 h 4305008"/>
              <a:gd name="connsiteX297" fmla="*/ 3836755 w 5593163"/>
              <a:gd name="connsiteY297" fmla="*/ 3190516 h 4305008"/>
              <a:gd name="connsiteX298" fmla="*/ 3293446 w 5593163"/>
              <a:gd name="connsiteY298" fmla="*/ 3731083 h 4305008"/>
              <a:gd name="connsiteX299" fmla="*/ 3150081 w 5593163"/>
              <a:gd name="connsiteY299" fmla="*/ 503273 h 4305008"/>
              <a:gd name="connsiteX300" fmla="*/ 3150675 w 5593163"/>
              <a:gd name="connsiteY300" fmla="*/ 491833 h 4305008"/>
              <a:gd name="connsiteX301" fmla="*/ 3151173 w 5593163"/>
              <a:gd name="connsiteY301" fmla="*/ 491866 h 4305008"/>
              <a:gd name="connsiteX302" fmla="*/ 3151199 w 5593163"/>
              <a:gd name="connsiteY302" fmla="*/ 491372 h 4305008"/>
              <a:gd name="connsiteX303" fmla="*/ 3168287 w 5593163"/>
              <a:gd name="connsiteY303" fmla="*/ 492995 h 4305008"/>
              <a:gd name="connsiteX304" fmla="*/ 3263748 w 5593163"/>
              <a:gd name="connsiteY304" fmla="*/ 502060 h 4305008"/>
              <a:gd name="connsiteX305" fmla="*/ 3279961 w 5593163"/>
              <a:gd name="connsiteY305" fmla="*/ 503599 h 4305008"/>
              <a:gd name="connsiteX306" fmla="*/ 3280078 w 5593163"/>
              <a:gd name="connsiteY306" fmla="*/ 504747 h 4305008"/>
              <a:gd name="connsiteX307" fmla="*/ 3970244 w 5593163"/>
              <a:gd name="connsiteY307" fmla="*/ 1197788 h 4305008"/>
              <a:gd name="connsiteX308" fmla="*/ 3970749 w 5593163"/>
              <a:gd name="connsiteY308" fmla="*/ 1197851 h 4305008"/>
              <a:gd name="connsiteX309" fmla="*/ 3971290 w 5593163"/>
              <a:gd name="connsiteY309" fmla="*/ 1204541 h 4305008"/>
              <a:gd name="connsiteX310" fmla="*/ 3978754 w 5593163"/>
              <a:gd name="connsiteY310" fmla="*/ 1296998 h 4305008"/>
              <a:gd name="connsiteX311" fmla="*/ 3980124 w 5593163"/>
              <a:gd name="connsiteY311" fmla="*/ 1313979 h 4305008"/>
              <a:gd name="connsiteX312" fmla="*/ 3979531 w 5593163"/>
              <a:gd name="connsiteY312" fmla="*/ 1325419 h 4305008"/>
              <a:gd name="connsiteX313" fmla="*/ 3979032 w 5593163"/>
              <a:gd name="connsiteY313" fmla="*/ 1325386 h 4305008"/>
              <a:gd name="connsiteX314" fmla="*/ 3979006 w 5593163"/>
              <a:gd name="connsiteY314" fmla="*/ 1325881 h 4305008"/>
              <a:gd name="connsiteX315" fmla="*/ 3961888 w 5593163"/>
              <a:gd name="connsiteY315" fmla="*/ 1324255 h 4305008"/>
              <a:gd name="connsiteX316" fmla="*/ 3866461 w 5593163"/>
              <a:gd name="connsiteY316" fmla="*/ 1315193 h 4305008"/>
              <a:gd name="connsiteX317" fmla="*/ 3850245 w 5593163"/>
              <a:gd name="connsiteY317" fmla="*/ 1313653 h 4305008"/>
              <a:gd name="connsiteX318" fmla="*/ 3850129 w 5593163"/>
              <a:gd name="connsiteY318" fmla="*/ 1312505 h 4305008"/>
              <a:gd name="connsiteX319" fmla="*/ 3159963 w 5593163"/>
              <a:gd name="connsiteY319" fmla="*/ 619464 h 4305008"/>
              <a:gd name="connsiteX320" fmla="*/ 3159457 w 5593163"/>
              <a:gd name="connsiteY320" fmla="*/ 619401 h 4305008"/>
              <a:gd name="connsiteX321" fmla="*/ 3158919 w 5593163"/>
              <a:gd name="connsiteY321" fmla="*/ 612725 h 4305008"/>
              <a:gd name="connsiteX322" fmla="*/ 3151452 w 5593163"/>
              <a:gd name="connsiteY322" fmla="*/ 520249 h 4305008"/>
              <a:gd name="connsiteX323" fmla="*/ 3150081 w 5593163"/>
              <a:gd name="connsiteY323" fmla="*/ 503273 h 4305008"/>
              <a:gd name="connsiteX324" fmla="*/ 3150081 w 5593163"/>
              <a:gd name="connsiteY324" fmla="*/ 2200098 h 4305008"/>
              <a:gd name="connsiteX325" fmla="*/ 3150675 w 5593163"/>
              <a:gd name="connsiteY325" fmla="*/ 2188658 h 4305008"/>
              <a:gd name="connsiteX326" fmla="*/ 3151173 w 5593163"/>
              <a:gd name="connsiteY326" fmla="*/ 2188691 h 4305008"/>
              <a:gd name="connsiteX327" fmla="*/ 3151199 w 5593163"/>
              <a:gd name="connsiteY327" fmla="*/ 2188197 h 4305008"/>
              <a:gd name="connsiteX328" fmla="*/ 3168287 w 5593163"/>
              <a:gd name="connsiteY328" fmla="*/ 2189820 h 4305008"/>
              <a:gd name="connsiteX329" fmla="*/ 3263748 w 5593163"/>
              <a:gd name="connsiteY329" fmla="*/ 2198885 h 4305008"/>
              <a:gd name="connsiteX330" fmla="*/ 3279961 w 5593163"/>
              <a:gd name="connsiteY330" fmla="*/ 2200424 h 4305008"/>
              <a:gd name="connsiteX331" fmla="*/ 3280078 w 5593163"/>
              <a:gd name="connsiteY331" fmla="*/ 2201572 h 4305008"/>
              <a:gd name="connsiteX332" fmla="*/ 3970244 w 5593163"/>
              <a:gd name="connsiteY332" fmla="*/ 2894613 h 4305008"/>
              <a:gd name="connsiteX333" fmla="*/ 3970749 w 5593163"/>
              <a:gd name="connsiteY333" fmla="*/ 2894676 h 4305008"/>
              <a:gd name="connsiteX334" fmla="*/ 3971290 w 5593163"/>
              <a:gd name="connsiteY334" fmla="*/ 2901366 h 4305008"/>
              <a:gd name="connsiteX335" fmla="*/ 3978754 w 5593163"/>
              <a:gd name="connsiteY335" fmla="*/ 2993823 h 4305008"/>
              <a:gd name="connsiteX336" fmla="*/ 3980124 w 5593163"/>
              <a:gd name="connsiteY336" fmla="*/ 3010804 h 4305008"/>
              <a:gd name="connsiteX337" fmla="*/ 3979531 w 5593163"/>
              <a:gd name="connsiteY337" fmla="*/ 3022244 h 4305008"/>
              <a:gd name="connsiteX338" fmla="*/ 3979032 w 5593163"/>
              <a:gd name="connsiteY338" fmla="*/ 3022211 h 4305008"/>
              <a:gd name="connsiteX339" fmla="*/ 3979006 w 5593163"/>
              <a:gd name="connsiteY339" fmla="*/ 3022706 h 4305008"/>
              <a:gd name="connsiteX340" fmla="*/ 3961888 w 5593163"/>
              <a:gd name="connsiteY340" fmla="*/ 3021080 h 4305008"/>
              <a:gd name="connsiteX341" fmla="*/ 3866461 w 5593163"/>
              <a:gd name="connsiteY341" fmla="*/ 3012018 h 4305008"/>
              <a:gd name="connsiteX342" fmla="*/ 3850245 w 5593163"/>
              <a:gd name="connsiteY342" fmla="*/ 3010478 h 4305008"/>
              <a:gd name="connsiteX343" fmla="*/ 3850129 w 5593163"/>
              <a:gd name="connsiteY343" fmla="*/ 3009330 h 4305008"/>
              <a:gd name="connsiteX344" fmla="*/ 3159963 w 5593163"/>
              <a:gd name="connsiteY344" fmla="*/ 2316289 h 4305008"/>
              <a:gd name="connsiteX345" fmla="*/ 3159457 w 5593163"/>
              <a:gd name="connsiteY345" fmla="*/ 2316226 h 4305008"/>
              <a:gd name="connsiteX346" fmla="*/ 3158919 w 5593163"/>
              <a:gd name="connsiteY346" fmla="*/ 2309550 h 4305008"/>
              <a:gd name="connsiteX347" fmla="*/ 3151452 w 5593163"/>
              <a:gd name="connsiteY347" fmla="*/ 2217074 h 4305008"/>
              <a:gd name="connsiteX348" fmla="*/ 3150081 w 5593163"/>
              <a:gd name="connsiteY348" fmla="*/ 2200098 h 4305008"/>
              <a:gd name="connsiteX349" fmla="*/ 3150081 w 5593163"/>
              <a:gd name="connsiteY349" fmla="*/ 3896923 h 4305008"/>
              <a:gd name="connsiteX350" fmla="*/ 3150675 w 5593163"/>
              <a:gd name="connsiteY350" fmla="*/ 3885483 h 4305008"/>
              <a:gd name="connsiteX351" fmla="*/ 3151173 w 5593163"/>
              <a:gd name="connsiteY351" fmla="*/ 3885516 h 4305008"/>
              <a:gd name="connsiteX352" fmla="*/ 3151199 w 5593163"/>
              <a:gd name="connsiteY352" fmla="*/ 3885022 h 4305008"/>
              <a:gd name="connsiteX353" fmla="*/ 3168287 w 5593163"/>
              <a:gd name="connsiteY353" fmla="*/ 3886645 h 4305008"/>
              <a:gd name="connsiteX354" fmla="*/ 3263748 w 5593163"/>
              <a:gd name="connsiteY354" fmla="*/ 3895710 h 4305008"/>
              <a:gd name="connsiteX355" fmla="*/ 3279961 w 5593163"/>
              <a:gd name="connsiteY355" fmla="*/ 3897249 h 4305008"/>
              <a:gd name="connsiteX356" fmla="*/ 3280078 w 5593163"/>
              <a:gd name="connsiteY356" fmla="*/ 3898397 h 4305008"/>
              <a:gd name="connsiteX357" fmla="*/ 3840331 w 5593163"/>
              <a:gd name="connsiteY357" fmla="*/ 4255797 h 4305008"/>
              <a:gd name="connsiteX358" fmla="*/ 3868775 w 5593163"/>
              <a:gd name="connsiteY358" fmla="*/ 4305008 h 4305008"/>
              <a:gd name="connsiteX359" fmla="*/ 3717725 w 5593163"/>
              <a:gd name="connsiteY359" fmla="*/ 4305008 h 4305008"/>
              <a:gd name="connsiteX360" fmla="*/ 3665602 w 5593163"/>
              <a:gd name="connsiteY360" fmla="*/ 4241205 h 4305008"/>
              <a:gd name="connsiteX361" fmla="*/ 3293448 w 5593163"/>
              <a:gd name="connsiteY361" fmla="*/ 4029853 h 4305008"/>
              <a:gd name="connsiteX362" fmla="*/ 3392629 w 5593163"/>
              <a:gd name="connsiteY362" fmla="*/ 4271827 h 4305008"/>
              <a:gd name="connsiteX363" fmla="*/ 3419311 w 5593163"/>
              <a:gd name="connsiteY363" fmla="*/ 4305008 h 4305008"/>
              <a:gd name="connsiteX364" fmla="*/ 3265201 w 5593163"/>
              <a:gd name="connsiteY364" fmla="*/ 4305008 h 4305008"/>
              <a:gd name="connsiteX365" fmla="*/ 3235080 w 5593163"/>
              <a:gd name="connsiteY365" fmla="*/ 4254710 h 4305008"/>
              <a:gd name="connsiteX366" fmla="*/ 3159963 w 5593163"/>
              <a:gd name="connsiteY366" fmla="*/ 4013114 h 4305008"/>
              <a:gd name="connsiteX367" fmla="*/ 3159457 w 5593163"/>
              <a:gd name="connsiteY367" fmla="*/ 4013051 h 4305008"/>
              <a:gd name="connsiteX368" fmla="*/ 3158919 w 5593163"/>
              <a:gd name="connsiteY368" fmla="*/ 4006375 h 4305008"/>
              <a:gd name="connsiteX369" fmla="*/ 3151452 w 5593163"/>
              <a:gd name="connsiteY369" fmla="*/ 3913899 h 4305008"/>
              <a:gd name="connsiteX370" fmla="*/ 3150081 w 5593163"/>
              <a:gd name="connsiteY370" fmla="*/ 3896923 h 4305008"/>
              <a:gd name="connsiteX371" fmla="*/ 3150079 w 5593163"/>
              <a:gd name="connsiteY371" fmla="*/ 469318 h 4305008"/>
              <a:gd name="connsiteX372" fmla="*/ 3151450 w 5593163"/>
              <a:gd name="connsiteY372" fmla="*/ 452471 h 4305008"/>
              <a:gd name="connsiteX373" fmla="*/ 3158914 w 5593163"/>
              <a:gd name="connsiteY373" fmla="*/ 360740 h 4305008"/>
              <a:gd name="connsiteX374" fmla="*/ 3159454 w 5593163"/>
              <a:gd name="connsiteY374" fmla="*/ 354103 h 4305008"/>
              <a:gd name="connsiteX375" fmla="*/ 3159960 w 5593163"/>
              <a:gd name="connsiteY375" fmla="*/ 354040 h 4305008"/>
              <a:gd name="connsiteX376" fmla="*/ 3244173 w 5593163"/>
              <a:gd name="connsiteY376" fmla="*/ 96778 h 4305008"/>
              <a:gd name="connsiteX377" fmla="*/ 3306807 w 5593163"/>
              <a:gd name="connsiteY377" fmla="*/ 0 h 4305008"/>
              <a:gd name="connsiteX378" fmla="*/ 3475182 w 5593163"/>
              <a:gd name="connsiteY378" fmla="*/ 0 h 4305008"/>
              <a:gd name="connsiteX379" fmla="*/ 3406954 w 5593163"/>
              <a:gd name="connsiteY379" fmla="*/ 76659 h 4305008"/>
              <a:gd name="connsiteX380" fmla="*/ 3293446 w 5593163"/>
              <a:gd name="connsiteY380" fmla="*/ 337433 h 4305008"/>
              <a:gd name="connsiteX381" fmla="*/ 3732420 w 5593163"/>
              <a:gd name="connsiteY381" fmla="*/ 44350 h 4305008"/>
              <a:gd name="connsiteX382" fmla="*/ 3754649 w 5593163"/>
              <a:gd name="connsiteY382" fmla="*/ 0 h 4305008"/>
              <a:gd name="connsiteX383" fmla="*/ 3903287 w 5593163"/>
              <a:gd name="connsiteY383" fmla="*/ 0 h 4305008"/>
              <a:gd name="connsiteX384" fmla="*/ 3851448 w 5593163"/>
              <a:gd name="connsiteY384" fmla="*/ 95636 h 4305008"/>
              <a:gd name="connsiteX385" fmla="*/ 3280075 w 5593163"/>
              <a:gd name="connsiteY385" fmla="*/ 467856 h 4305008"/>
              <a:gd name="connsiteX386" fmla="*/ 3279959 w 5593163"/>
              <a:gd name="connsiteY386" fmla="*/ 468995 h 4305008"/>
              <a:gd name="connsiteX387" fmla="*/ 3263742 w 5593163"/>
              <a:gd name="connsiteY387" fmla="*/ 470523 h 4305008"/>
              <a:gd name="connsiteX388" fmla="*/ 3168316 w 5593163"/>
              <a:gd name="connsiteY388" fmla="*/ 479514 h 4305008"/>
              <a:gd name="connsiteX389" fmla="*/ 3151197 w 5593163"/>
              <a:gd name="connsiteY389" fmla="*/ 481127 h 4305008"/>
              <a:gd name="connsiteX390" fmla="*/ 3151171 w 5593163"/>
              <a:gd name="connsiteY390" fmla="*/ 480636 h 4305008"/>
              <a:gd name="connsiteX391" fmla="*/ 3150672 w 5593163"/>
              <a:gd name="connsiteY391" fmla="*/ 480669 h 4305008"/>
              <a:gd name="connsiteX392" fmla="*/ 3150079 w 5593163"/>
              <a:gd name="connsiteY392" fmla="*/ 469318 h 4305008"/>
              <a:gd name="connsiteX393" fmla="*/ 3150079 w 5593163"/>
              <a:gd name="connsiteY393" fmla="*/ 2166144 h 4305008"/>
              <a:gd name="connsiteX394" fmla="*/ 3151450 w 5593163"/>
              <a:gd name="connsiteY394" fmla="*/ 2149296 h 4305008"/>
              <a:gd name="connsiteX395" fmla="*/ 3158914 w 5593163"/>
              <a:gd name="connsiteY395" fmla="*/ 2057565 h 4305008"/>
              <a:gd name="connsiteX396" fmla="*/ 3159454 w 5593163"/>
              <a:gd name="connsiteY396" fmla="*/ 2050928 h 4305008"/>
              <a:gd name="connsiteX397" fmla="*/ 3159960 w 5593163"/>
              <a:gd name="connsiteY397" fmla="*/ 2050865 h 4305008"/>
              <a:gd name="connsiteX398" fmla="*/ 3850126 w 5593163"/>
              <a:gd name="connsiteY398" fmla="*/ 1363267 h 4305008"/>
              <a:gd name="connsiteX399" fmla="*/ 3850243 w 5593163"/>
              <a:gd name="connsiteY399" fmla="*/ 1362128 h 4305008"/>
              <a:gd name="connsiteX400" fmla="*/ 3866455 w 5593163"/>
              <a:gd name="connsiteY400" fmla="*/ 1360601 h 4305008"/>
              <a:gd name="connsiteX401" fmla="*/ 3961917 w 5593163"/>
              <a:gd name="connsiteY401" fmla="*/ 1351607 h 4305008"/>
              <a:gd name="connsiteX402" fmla="*/ 3979004 w 5593163"/>
              <a:gd name="connsiteY402" fmla="*/ 1349997 h 4305008"/>
              <a:gd name="connsiteX403" fmla="*/ 3979030 w 5593163"/>
              <a:gd name="connsiteY403" fmla="*/ 1350487 h 4305008"/>
              <a:gd name="connsiteX404" fmla="*/ 3979528 w 5593163"/>
              <a:gd name="connsiteY404" fmla="*/ 1350455 h 4305008"/>
              <a:gd name="connsiteX405" fmla="*/ 3980122 w 5593163"/>
              <a:gd name="connsiteY405" fmla="*/ 1361805 h 4305008"/>
              <a:gd name="connsiteX406" fmla="*/ 3978752 w 5593163"/>
              <a:gd name="connsiteY406" fmla="*/ 1378647 h 4305008"/>
              <a:gd name="connsiteX407" fmla="*/ 3971285 w 5593163"/>
              <a:gd name="connsiteY407" fmla="*/ 1470397 h 4305008"/>
              <a:gd name="connsiteX408" fmla="*/ 3970746 w 5593163"/>
              <a:gd name="connsiteY408" fmla="*/ 1477021 h 4305008"/>
              <a:gd name="connsiteX409" fmla="*/ 3970241 w 5593163"/>
              <a:gd name="connsiteY409" fmla="*/ 1477083 h 4305008"/>
              <a:gd name="connsiteX410" fmla="*/ 3280075 w 5593163"/>
              <a:gd name="connsiteY410" fmla="*/ 2164681 h 4305008"/>
              <a:gd name="connsiteX411" fmla="*/ 3279959 w 5593163"/>
              <a:gd name="connsiteY411" fmla="*/ 2165820 h 4305008"/>
              <a:gd name="connsiteX412" fmla="*/ 3263742 w 5593163"/>
              <a:gd name="connsiteY412" fmla="*/ 2167348 h 4305008"/>
              <a:gd name="connsiteX413" fmla="*/ 3168316 w 5593163"/>
              <a:gd name="connsiteY413" fmla="*/ 2176339 h 4305008"/>
              <a:gd name="connsiteX414" fmla="*/ 3151197 w 5593163"/>
              <a:gd name="connsiteY414" fmla="*/ 2177952 h 4305008"/>
              <a:gd name="connsiteX415" fmla="*/ 3151171 w 5593163"/>
              <a:gd name="connsiteY415" fmla="*/ 2177461 h 4305008"/>
              <a:gd name="connsiteX416" fmla="*/ 3150672 w 5593163"/>
              <a:gd name="connsiteY416" fmla="*/ 2177494 h 4305008"/>
              <a:gd name="connsiteX417" fmla="*/ 3150079 w 5593163"/>
              <a:gd name="connsiteY417" fmla="*/ 2166144 h 4305008"/>
              <a:gd name="connsiteX418" fmla="*/ 3150079 w 5593163"/>
              <a:gd name="connsiteY418" fmla="*/ 3862969 h 4305008"/>
              <a:gd name="connsiteX419" fmla="*/ 3151450 w 5593163"/>
              <a:gd name="connsiteY419" fmla="*/ 3846121 h 4305008"/>
              <a:gd name="connsiteX420" fmla="*/ 3158914 w 5593163"/>
              <a:gd name="connsiteY420" fmla="*/ 3754390 h 4305008"/>
              <a:gd name="connsiteX421" fmla="*/ 3159454 w 5593163"/>
              <a:gd name="connsiteY421" fmla="*/ 3747753 h 4305008"/>
              <a:gd name="connsiteX422" fmla="*/ 3159960 w 5593163"/>
              <a:gd name="connsiteY422" fmla="*/ 3747690 h 4305008"/>
              <a:gd name="connsiteX423" fmla="*/ 3850126 w 5593163"/>
              <a:gd name="connsiteY423" fmla="*/ 3060092 h 4305008"/>
              <a:gd name="connsiteX424" fmla="*/ 3850243 w 5593163"/>
              <a:gd name="connsiteY424" fmla="*/ 3058953 h 4305008"/>
              <a:gd name="connsiteX425" fmla="*/ 3866455 w 5593163"/>
              <a:gd name="connsiteY425" fmla="*/ 3057426 h 4305008"/>
              <a:gd name="connsiteX426" fmla="*/ 3961917 w 5593163"/>
              <a:gd name="connsiteY426" fmla="*/ 3048432 h 4305008"/>
              <a:gd name="connsiteX427" fmla="*/ 3979004 w 5593163"/>
              <a:gd name="connsiteY427" fmla="*/ 3046822 h 4305008"/>
              <a:gd name="connsiteX428" fmla="*/ 3979030 w 5593163"/>
              <a:gd name="connsiteY428" fmla="*/ 3047312 h 4305008"/>
              <a:gd name="connsiteX429" fmla="*/ 3979528 w 5593163"/>
              <a:gd name="connsiteY429" fmla="*/ 3047280 h 4305008"/>
              <a:gd name="connsiteX430" fmla="*/ 3980122 w 5593163"/>
              <a:gd name="connsiteY430" fmla="*/ 3058630 h 4305008"/>
              <a:gd name="connsiteX431" fmla="*/ 3978752 w 5593163"/>
              <a:gd name="connsiteY431" fmla="*/ 3075472 h 4305008"/>
              <a:gd name="connsiteX432" fmla="*/ 3971285 w 5593163"/>
              <a:gd name="connsiteY432" fmla="*/ 3167222 h 4305008"/>
              <a:gd name="connsiteX433" fmla="*/ 3970746 w 5593163"/>
              <a:gd name="connsiteY433" fmla="*/ 3173846 h 4305008"/>
              <a:gd name="connsiteX434" fmla="*/ 3970241 w 5593163"/>
              <a:gd name="connsiteY434" fmla="*/ 3173908 h 4305008"/>
              <a:gd name="connsiteX435" fmla="*/ 3280075 w 5593163"/>
              <a:gd name="connsiteY435" fmla="*/ 3861506 h 4305008"/>
              <a:gd name="connsiteX436" fmla="*/ 3279959 w 5593163"/>
              <a:gd name="connsiteY436" fmla="*/ 3862645 h 4305008"/>
              <a:gd name="connsiteX437" fmla="*/ 3263742 w 5593163"/>
              <a:gd name="connsiteY437" fmla="*/ 3864173 h 4305008"/>
              <a:gd name="connsiteX438" fmla="*/ 3168316 w 5593163"/>
              <a:gd name="connsiteY438" fmla="*/ 3873164 h 4305008"/>
              <a:gd name="connsiteX439" fmla="*/ 3151197 w 5593163"/>
              <a:gd name="connsiteY439" fmla="*/ 3874777 h 4305008"/>
              <a:gd name="connsiteX440" fmla="*/ 3151171 w 5593163"/>
              <a:gd name="connsiteY440" fmla="*/ 3874286 h 4305008"/>
              <a:gd name="connsiteX441" fmla="*/ 3150672 w 5593163"/>
              <a:gd name="connsiteY441" fmla="*/ 3874319 h 4305008"/>
              <a:gd name="connsiteX442" fmla="*/ 3150079 w 5593163"/>
              <a:gd name="connsiteY442" fmla="*/ 3862969 h 4305008"/>
              <a:gd name="connsiteX443" fmla="*/ 2442890 w 5593163"/>
              <a:gd name="connsiteY443" fmla="*/ 1181049 h 4305008"/>
              <a:gd name="connsiteX444" fmla="*/ 2986199 w 5593163"/>
              <a:gd name="connsiteY444" fmla="*/ 636203 h 4305008"/>
              <a:gd name="connsiteX445" fmla="*/ 2442890 w 5593163"/>
              <a:gd name="connsiteY445" fmla="*/ 1181049 h 4305008"/>
              <a:gd name="connsiteX446" fmla="*/ 2442890 w 5593163"/>
              <a:gd name="connsiteY446" fmla="*/ 1493690 h 4305008"/>
              <a:gd name="connsiteX447" fmla="*/ 2986199 w 5593163"/>
              <a:gd name="connsiteY447" fmla="*/ 2034258 h 4305008"/>
              <a:gd name="connsiteX448" fmla="*/ 2442890 w 5593163"/>
              <a:gd name="connsiteY448" fmla="*/ 1493690 h 4305008"/>
              <a:gd name="connsiteX449" fmla="*/ 2442890 w 5593163"/>
              <a:gd name="connsiteY449" fmla="*/ 2877874 h 4305008"/>
              <a:gd name="connsiteX450" fmla="*/ 2986199 w 5593163"/>
              <a:gd name="connsiteY450" fmla="*/ 2333028 h 4305008"/>
              <a:gd name="connsiteX451" fmla="*/ 2442890 w 5593163"/>
              <a:gd name="connsiteY451" fmla="*/ 2877874 h 4305008"/>
              <a:gd name="connsiteX452" fmla="*/ 2442890 w 5593163"/>
              <a:gd name="connsiteY452" fmla="*/ 3190516 h 4305008"/>
              <a:gd name="connsiteX453" fmla="*/ 2986199 w 5593163"/>
              <a:gd name="connsiteY453" fmla="*/ 3731083 h 4305008"/>
              <a:gd name="connsiteX454" fmla="*/ 2442890 w 5593163"/>
              <a:gd name="connsiteY454" fmla="*/ 3190516 h 4305008"/>
              <a:gd name="connsiteX455" fmla="*/ 2410871 w 5593163"/>
              <a:gd name="connsiteY455" fmla="*/ 4305008 h 4305008"/>
              <a:gd name="connsiteX456" fmla="*/ 2439316 w 5593163"/>
              <a:gd name="connsiteY456" fmla="*/ 4255797 h 4305008"/>
              <a:gd name="connsiteX457" fmla="*/ 2999569 w 5593163"/>
              <a:gd name="connsiteY457" fmla="*/ 3898397 h 4305008"/>
              <a:gd name="connsiteX458" fmla="*/ 2999686 w 5593163"/>
              <a:gd name="connsiteY458" fmla="*/ 3897249 h 4305008"/>
              <a:gd name="connsiteX459" fmla="*/ 3015899 w 5593163"/>
              <a:gd name="connsiteY459" fmla="*/ 3895710 h 4305008"/>
              <a:gd name="connsiteX460" fmla="*/ 3111360 w 5593163"/>
              <a:gd name="connsiteY460" fmla="*/ 3886645 h 4305008"/>
              <a:gd name="connsiteX461" fmla="*/ 3128448 w 5593163"/>
              <a:gd name="connsiteY461" fmla="*/ 3885022 h 4305008"/>
              <a:gd name="connsiteX462" fmla="*/ 3128474 w 5593163"/>
              <a:gd name="connsiteY462" fmla="*/ 3885516 h 4305008"/>
              <a:gd name="connsiteX463" fmla="*/ 3128972 w 5593163"/>
              <a:gd name="connsiteY463" fmla="*/ 3885483 h 4305008"/>
              <a:gd name="connsiteX464" fmla="*/ 3129566 w 5593163"/>
              <a:gd name="connsiteY464" fmla="*/ 3896923 h 4305008"/>
              <a:gd name="connsiteX465" fmla="*/ 3128195 w 5593163"/>
              <a:gd name="connsiteY465" fmla="*/ 3913899 h 4305008"/>
              <a:gd name="connsiteX466" fmla="*/ 3120728 w 5593163"/>
              <a:gd name="connsiteY466" fmla="*/ 4006375 h 4305008"/>
              <a:gd name="connsiteX467" fmla="*/ 3120190 w 5593163"/>
              <a:gd name="connsiteY467" fmla="*/ 4013051 h 4305008"/>
              <a:gd name="connsiteX468" fmla="*/ 3119684 w 5593163"/>
              <a:gd name="connsiteY468" fmla="*/ 4013114 h 4305008"/>
              <a:gd name="connsiteX469" fmla="*/ 3044567 w 5593163"/>
              <a:gd name="connsiteY469" fmla="*/ 4254710 h 4305008"/>
              <a:gd name="connsiteX470" fmla="*/ 3014445 w 5593163"/>
              <a:gd name="connsiteY470" fmla="*/ 4305008 h 4305008"/>
              <a:gd name="connsiteX471" fmla="*/ 2860336 w 5593163"/>
              <a:gd name="connsiteY471" fmla="*/ 4305008 h 4305008"/>
              <a:gd name="connsiteX472" fmla="*/ 2887018 w 5593163"/>
              <a:gd name="connsiteY472" fmla="*/ 4271827 h 4305008"/>
              <a:gd name="connsiteX473" fmla="*/ 2986199 w 5593163"/>
              <a:gd name="connsiteY473" fmla="*/ 4029853 h 4305008"/>
              <a:gd name="connsiteX474" fmla="*/ 2614045 w 5593163"/>
              <a:gd name="connsiteY474" fmla="*/ 4241205 h 4305008"/>
              <a:gd name="connsiteX475" fmla="*/ 2561922 w 5593163"/>
              <a:gd name="connsiteY475" fmla="*/ 4305008 h 4305008"/>
              <a:gd name="connsiteX476" fmla="*/ 2376360 w 5593163"/>
              <a:gd name="connsiteY476" fmla="*/ 0 h 4305008"/>
              <a:gd name="connsiteX477" fmla="*/ 2524998 w 5593163"/>
              <a:gd name="connsiteY477" fmla="*/ 0 h 4305008"/>
              <a:gd name="connsiteX478" fmla="*/ 2547226 w 5593163"/>
              <a:gd name="connsiteY478" fmla="*/ 44350 h 4305008"/>
              <a:gd name="connsiteX479" fmla="*/ 2986199 w 5593163"/>
              <a:gd name="connsiteY479" fmla="*/ 337433 h 4305008"/>
              <a:gd name="connsiteX480" fmla="*/ 2872691 w 5593163"/>
              <a:gd name="connsiteY480" fmla="*/ 76659 h 4305008"/>
              <a:gd name="connsiteX481" fmla="*/ 2804464 w 5593163"/>
              <a:gd name="connsiteY481" fmla="*/ 0 h 4305008"/>
              <a:gd name="connsiteX482" fmla="*/ 2972839 w 5593163"/>
              <a:gd name="connsiteY482" fmla="*/ 0 h 4305008"/>
              <a:gd name="connsiteX483" fmla="*/ 3035473 w 5593163"/>
              <a:gd name="connsiteY483" fmla="*/ 96778 h 4305008"/>
              <a:gd name="connsiteX484" fmla="*/ 3119686 w 5593163"/>
              <a:gd name="connsiteY484" fmla="*/ 354040 h 4305008"/>
              <a:gd name="connsiteX485" fmla="*/ 3120191 w 5593163"/>
              <a:gd name="connsiteY485" fmla="*/ 354103 h 4305008"/>
              <a:gd name="connsiteX486" fmla="*/ 3120732 w 5593163"/>
              <a:gd name="connsiteY486" fmla="*/ 360740 h 4305008"/>
              <a:gd name="connsiteX487" fmla="*/ 3128196 w 5593163"/>
              <a:gd name="connsiteY487" fmla="*/ 452471 h 4305008"/>
              <a:gd name="connsiteX488" fmla="*/ 3129566 w 5593163"/>
              <a:gd name="connsiteY488" fmla="*/ 469318 h 4305008"/>
              <a:gd name="connsiteX489" fmla="*/ 3128973 w 5593163"/>
              <a:gd name="connsiteY489" fmla="*/ 480669 h 4305008"/>
              <a:gd name="connsiteX490" fmla="*/ 3128474 w 5593163"/>
              <a:gd name="connsiteY490" fmla="*/ 480636 h 4305008"/>
              <a:gd name="connsiteX491" fmla="*/ 3128448 w 5593163"/>
              <a:gd name="connsiteY491" fmla="*/ 481127 h 4305008"/>
              <a:gd name="connsiteX492" fmla="*/ 3111330 w 5593163"/>
              <a:gd name="connsiteY492" fmla="*/ 479514 h 4305008"/>
              <a:gd name="connsiteX493" fmla="*/ 3015903 w 5593163"/>
              <a:gd name="connsiteY493" fmla="*/ 470523 h 4305008"/>
              <a:gd name="connsiteX494" fmla="*/ 2999687 w 5593163"/>
              <a:gd name="connsiteY494" fmla="*/ 468995 h 4305008"/>
              <a:gd name="connsiteX495" fmla="*/ 2999571 w 5593163"/>
              <a:gd name="connsiteY495" fmla="*/ 467856 h 4305008"/>
              <a:gd name="connsiteX496" fmla="*/ 2428199 w 5593163"/>
              <a:gd name="connsiteY496" fmla="*/ 95636 h 4305008"/>
              <a:gd name="connsiteX497" fmla="*/ 2299523 w 5593163"/>
              <a:gd name="connsiteY497" fmla="*/ 1313979 h 4305008"/>
              <a:gd name="connsiteX498" fmla="*/ 2300894 w 5593163"/>
              <a:gd name="connsiteY498" fmla="*/ 1296998 h 4305008"/>
              <a:gd name="connsiteX499" fmla="*/ 2308358 w 5593163"/>
              <a:gd name="connsiteY499" fmla="*/ 1204541 h 4305008"/>
              <a:gd name="connsiteX500" fmla="*/ 2308898 w 5593163"/>
              <a:gd name="connsiteY500" fmla="*/ 1197851 h 4305008"/>
              <a:gd name="connsiteX501" fmla="*/ 2309404 w 5593163"/>
              <a:gd name="connsiteY501" fmla="*/ 1197788 h 4305008"/>
              <a:gd name="connsiteX502" fmla="*/ 2999570 w 5593163"/>
              <a:gd name="connsiteY502" fmla="*/ 504747 h 4305008"/>
              <a:gd name="connsiteX503" fmla="*/ 2999687 w 5593163"/>
              <a:gd name="connsiteY503" fmla="*/ 503599 h 4305008"/>
              <a:gd name="connsiteX504" fmla="*/ 3015899 w 5593163"/>
              <a:gd name="connsiteY504" fmla="*/ 502060 h 4305008"/>
              <a:gd name="connsiteX505" fmla="*/ 3111361 w 5593163"/>
              <a:gd name="connsiteY505" fmla="*/ 492995 h 4305008"/>
              <a:gd name="connsiteX506" fmla="*/ 3128448 w 5593163"/>
              <a:gd name="connsiteY506" fmla="*/ 491372 h 4305008"/>
              <a:gd name="connsiteX507" fmla="*/ 3128474 w 5593163"/>
              <a:gd name="connsiteY507" fmla="*/ 491866 h 4305008"/>
              <a:gd name="connsiteX508" fmla="*/ 3128972 w 5593163"/>
              <a:gd name="connsiteY508" fmla="*/ 491833 h 4305008"/>
              <a:gd name="connsiteX509" fmla="*/ 3129566 w 5593163"/>
              <a:gd name="connsiteY509" fmla="*/ 503273 h 4305008"/>
              <a:gd name="connsiteX510" fmla="*/ 3128196 w 5593163"/>
              <a:gd name="connsiteY510" fmla="*/ 520249 h 4305008"/>
              <a:gd name="connsiteX511" fmla="*/ 3120729 w 5593163"/>
              <a:gd name="connsiteY511" fmla="*/ 612725 h 4305008"/>
              <a:gd name="connsiteX512" fmla="*/ 3120190 w 5593163"/>
              <a:gd name="connsiteY512" fmla="*/ 619401 h 4305008"/>
              <a:gd name="connsiteX513" fmla="*/ 3119685 w 5593163"/>
              <a:gd name="connsiteY513" fmla="*/ 619464 h 4305008"/>
              <a:gd name="connsiteX514" fmla="*/ 2429519 w 5593163"/>
              <a:gd name="connsiteY514" fmla="*/ 1312505 h 4305008"/>
              <a:gd name="connsiteX515" fmla="*/ 2429403 w 5593163"/>
              <a:gd name="connsiteY515" fmla="*/ 1313653 h 4305008"/>
              <a:gd name="connsiteX516" fmla="*/ 2413186 w 5593163"/>
              <a:gd name="connsiteY516" fmla="*/ 1315193 h 4305008"/>
              <a:gd name="connsiteX517" fmla="*/ 2317760 w 5593163"/>
              <a:gd name="connsiteY517" fmla="*/ 1324255 h 4305008"/>
              <a:gd name="connsiteX518" fmla="*/ 2300641 w 5593163"/>
              <a:gd name="connsiteY518" fmla="*/ 1325881 h 4305008"/>
              <a:gd name="connsiteX519" fmla="*/ 2300615 w 5593163"/>
              <a:gd name="connsiteY519" fmla="*/ 1325386 h 4305008"/>
              <a:gd name="connsiteX520" fmla="*/ 2300116 w 5593163"/>
              <a:gd name="connsiteY520" fmla="*/ 1325419 h 4305008"/>
              <a:gd name="connsiteX521" fmla="*/ 2299523 w 5593163"/>
              <a:gd name="connsiteY521" fmla="*/ 1313979 h 4305008"/>
              <a:gd name="connsiteX522" fmla="*/ 2299523 w 5593163"/>
              <a:gd name="connsiteY522" fmla="*/ 1361805 h 4305008"/>
              <a:gd name="connsiteX523" fmla="*/ 2300117 w 5593163"/>
              <a:gd name="connsiteY523" fmla="*/ 1350455 h 4305008"/>
              <a:gd name="connsiteX524" fmla="*/ 2300615 w 5593163"/>
              <a:gd name="connsiteY524" fmla="*/ 1350487 h 4305008"/>
              <a:gd name="connsiteX525" fmla="*/ 2300641 w 5593163"/>
              <a:gd name="connsiteY525" fmla="*/ 1349997 h 4305008"/>
              <a:gd name="connsiteX526" fmla="*/ 2317729 w 5593163"/>
              <a:gd name="connsiteY526" fmla="*/ 1351607 h 4305008"/>
              <a:gd name="connsiteX527" fmla="*/ 2413190 w 5593163"/>
              <a:gd name="connsiteY527" fmla="*/ 1360601 h 4305008"/>
              <a:gd name="connsiteX528" fmla="*/ 2429403 w 5593163"/>
              <a:gd name="connsiteY528" fmla="*/ 1362128 h 4305008"/>
              <a:gd name="connsiteX529" fmla="*/ 2429520 w 5593163"/>
              <a:gd name="connsiteY529" fmla="*/ 1363267 h 4305008"/>
              <a:gd name="connsiteX530" fmla="*/ 3119686 w 5593163"/>
              <a:gd name="connsiteY530" fmla="*/ 2050865 h 4305008"/>
              <a:gd name="connsiteX531" fmla="*/ 3120191 w 5593163"/>
              <a:gd name="connsiteY531" fmla="*/ 2050928 h 4305008"/>
              <a:gd name="connsiteX532" fmla="*/ 3120732 w 5593163"/>
              <a:gd name="connsiteY532" fmla="*/ 2057565 h 4305008"/>
              <a:gd name="connsiteX533" fmla="*/ 3128196 w 5593163"/>
              <a:gd name="connsiteY533" fmla="*/ 2149296 h 4305008"/>
              <a:gd name="connsiteX534" fmla="*/ 3129566 w 5593163"/>
              <a:gd name="connsiteY534" fmla="*/ 2166144 h 4305008"/>
              <a:gd name="connsiteX535" fmla="*/ 3128973 w 5593163"/>
              <a:gd name="connsiteY535" fmla="*/ 2177494 h 4305008"/>
              <a:gd name="connsiteX536" fmla="*/ 3128474 w 5593163"/>
              <a:gd name="connsiteY536" fmla="*/ 2177461 h 4305008"/>
              <a:gd name="connsiteX537" fmla="*/ 3128448 w 5593163"/>
              <a:gd name="connsiteY537" fmla="*/ 2177952 h 4305008"/>
              <a:gd name="connsiteX538" fmla="*/ 3111330 w 5593163"/>
              <a:gd name="connsiteY538" fmla="*/ 2176339 h 4305008"/>
              <a:gd name="connsiteX539" fmla="*/ 3015903 w 5593163"/>
              <a:gd name="connsiteY539" fmla="*/ 2167348 h 4305008"/>
              <a:gd name="connsiteX540" fmla="*/ 2999687 w 5593163"/>
              <a:gd name="connsiteY540" fmla="*/ 2165820 h 4305008"/>
              <a:gd name="connsiteX541" fmla="*/ 2999571 w 5593163"/>
              <a:gd name="connsiteY541" fmla="*/ 2164681 h 4305008"/>
              <a:gd name="connsiteX542" fmla="*/ 2309405 w 5593163"/>
              <a:gd name="connsiteY542" fmla="*/ 1477083 h 4305008"/>
              <a:gd name="connsiteX543" fmla="*/ 2308899 w 5593163"/>
              <a:gd name="connsiteY543" fmla="*/ 1477021 h 4305008"/>
              <a:gd name="connsiteX544" fmla="*/ 2308361 w 5593163"/>
              <a:gd name="connsiteY544" fmla="*/ 1470397 h 4305008"/>
              <a:gd name="connsiteX545" fmla="*/ 2300894 w 5593163"/>
              <a:gd name="connsiteY545" fmla="*/ 1378647 h 4305008"/>
              <a:gd name="connsiteX546" fmla="*/ 2299523 w 5593163"/>
              <a:gd name="connsiteY546" fmla="*/ 1361805 h 4305008"/>
              <a:gd name="connsiteX547" fmla="*/ 2299523 w 5593163"/>
              <a:gd name="connsiteY547" fmla="*/ 3010804 h 4305008"/>
              <a:gd name="connsiteX548" fmla="*/ 2300894 w 5593163"/>
              <a:gd name="connsiteY548" fmla="*/ 2993823 h 4305008"/>
              <a:gd name="connsiteX549" fmla="*/ 2308358 w 5593163"/>
              <a:gd name="connsiteY549" fmla="*/ 2901366 h 4305008"/>
              <a:gd name="connsiteX550" fmla="*/ 2308898 w 5593163"/>
              <a:gd name="connsiteY550" fmla="*/ 2894676 h 4305008"/>
              <a:gd name="connsiteX551" fmla="*/ 2309404 w 5593163"/>
              <a:gd name="connsiteY551" fmla="*/ 2894613 h 4305008"/>
              <a:gd name="connsiteX552" fmla="*/ 2999570 w 5593163"/>
              <a:gd name="connsiteY552" fmla="*/ 2201572 h 4305008"/>
              <a:gd name="connsiteX553" fmla="*/ 2999687 w 5593163"/>
              <a:gd name="connsiteY553" fmla="*/ 2200424 h 4305008"/>
              <a:gd name="connsiteX554" fmla="*/ 3015899 w 5593163"/>
              <a:gd name="connsiteY554" fmla="*/ 2198885 h 4305008"/>
              <a:gd name="connsiteX555" fmla="*/ 3111361 w 5593163"/>
              <a:gd name="connsiteY555" fmla="*/ 2189820 h 4305008"/>
              <a:gd name="connsiteX556" fmla="*/ 3128448 w 5593163"/>
              <a:gd name="connsiteY556" fmla="*/ 2188197 h 4305008"/>
              <a:gd name="connsiteX557" fmla="*/ 3128474 w 5593163"/>
              <a:gd name="connsiteY557" fmla="*/ 2188691 h 4305008"/>
              <a:gd name="connsiteX558" fmla="*/ 3128972 w 5593163"/>
              <a:gd name="connsiteY558" fmla="*/ 2188658 h 4305008"/>
              <a:gd name="connsiteX559" fmla="*/ 3129566 w 5593163"/>
              <a:gd name="connsiteY559" fmla="*/ 2200098 h 4305008"/>
              <a:gd name="connsiteX560" fmla="*/ 3128196 w 5593163"/>
              <a:gd name="connsiteY560" fmla="*/ 2217074 h 4305008"/>
              <a:gd name="connsiteX561" fmla="*/ 3120729 w 5593163"/>
              <a:gd name="connsiteY561" fmla="*/ 2309550 h 4305008"/>
              <a:gd name="connsiteX562" fmla="*/ 3120190 w 5593163"/>
              <a:gd name="connsiteY562" fmla="*/ 2316226 h 4305008"/>
              <a:gd name="connsiteX563" fmla="*/ 3119685 w 5593163"/>
              <a:gd name="connsiteY563" fmla="*/ 2316289 h 4305008"/>
              <a:gd name="connsiteX564" fmla="*/ 2429519 w 5593163"/>
              <a:gd name="connsiteY564" fmla="*/ 3009330 h 4305008"/>
              <a:gd name="connsiteX565" fmla="*/ 2429403 w 5593163"/>
              <a:gd name="connsiteY565" fmla="*/ 3010478 h 4305008"/>
              <a:gd name="connsiteX566" fmla="*/ 2413186 w 5593163"/>
              <a:gd name="connsiteY566" fmla="*/ 3012018 h 4305008"/>
              <a:gd name="connsiteX567" fmla="*/ 2317760 w 5593163"/>
              <a:gd name="connsiteY567" fmla="*/ 3021080 h 4305008"/>
              <a:gd name="connsiteX568" fmla="*/ 2300641 w 5593163"/>
              <a:gd name="connsiteY568" fmla="*/ 3022706 h 4305008"/>
              <a:gd name="connsiteX569" fmla="*/ 2300615 w 5593163"/>
              <a:gd name="connsiteY569" fmla="*/ 3022211 h 4305008"/>
              <a:gd name="connsiteX570" fmla="*/ 2300116 w 5593163"/>
              <a:gd name="connsiteY570" fmla="*/ 3022244 h 4305008"/>
              <a:gd name="connsiteX571" fmla="*/ 2299523 w 5593163"/>
              <a:gd name="connsiteY571" fmla="*/ 3010804 h 4305008"/>
              <a:gd name="connsiteX572" fmla="*/ 2299523 w 5593163"/>
              <a:gd name="connsiteY572" fmla="*/ 3058630 h 4305008"/>
              <a:gd name="connsiteX573" fmla="*/ 2300117 w 5593163"/>
              <a:gd name="connsiteY573" fmla="*/ 3047280 h 4305008"/>
              <a:gd name="connsiteX574" fmla="*/ 2300615 w 5593163"/>
              <a:gd name="connsiteY574" fmla="*/ 3047312 h 4305008"/>
              <a:gd name="connsiteX575" fmla="*/ 2300641 w 5593163"/>
              <a:gd name="connsiteY575" fmla="*/ 3046822 h 4305008"/>
              <a:gd name="connsiteX576" fmla="*/ 2317729 w 5593163"/>
              <a:gd name="connsiteY576" fmla="*/ 3048432 h 4305008"/>
              <a:gd name="connsiteX577" fmla="*/ 2413190 w 5593163"/>
              <a:gd name="connsiteY577" fmla="*/ 3057426 h 4305008"/>
              <a:gd name="connsiteX578" fmla="*/ 2429403 w 5593163"/>
              <a:gd name="connsiteY578" fmla="*/ 3058953 h 4305008"/>
              <a:gd name="connsiteX579" fmla="*/ 2429520 w 5593163"/>
              <a:gd name="connsiteY579" fmla="*/ 3060092 h 4305008"/>
              <a:gd name="connsiteX580" fmla="*/ 3119686 w 5593163"/>
              <a:gd name="connsiteY580" fmla="*/ 3747690 h 4305008"/>
              <a:gd name="connsiteX581" fmla="*/ 3120191 w 5593163"/>
              <a:gd name="connsiteY581" fmla="*/ 3747753 h 4305008"/>
              <a:gd name="connsiteX582" fmla="*/ 3120732 w 5593163"/>
              <a:gd name="connsiteY582" fmla="*/ 3754390 h 4305008"/>
              <a:gd name="connsiteX583" fmla="*/ 3128196 w 5593163"/>
              <a:gd name="connsiteY583" fmla="*/ 3846121 h 4305008"/>
              <a:gd name="connsiteX584" fmla="*/ 3129566 w 5593163"/>
              <a:gd name="connsiteY584" fmla="*/ 3862969 h 4305008"/>
              <a:gd name="connsiteX585" fmla="*/ 3128973 w 5593163"/>
              <a:gd name="connsiteY585" fmla="*/ 3874319 h 4305008"/>
              <a:gd name="connsiteX586" fmla="*/ 3128474 w 5593163"/>
              <a:gd name="connsiteY586" fmla="*/ 3874286 h 4305008"/>
              <a:gd name="connsiteX587" fmla="*/ 3128448 w 5593163"/>
              <a:gd name="connsiteY587" fmla="*/ 3874777 h 4305008"/>
              <a:gd name="connsiteX588" fmla="*/ 3111330 w 5593163"/>
              <a:gd name="connsiteY588" fmla="*/ 3873164 h 4305008"/>
              <a:gd name="connsiteX589" fmla="*/ 3015903 w 5593163"/>
              <a:gd name="connsiteY589" fmla="*/ 3864173 h 4305008"/>
              <a:gd name="connsiteX590" fmla="*/ 2999687 w 5593163"/>
              <a:gd name="connsiteY590" fmla="*/ 3862645 h 4305008"/>
              <a:gd name="connsiteX591" fmla="*/ 2999571 w 5593163"/>
              <a:gd name="connsiteY591" fmla="*/ 3861506 h 4305008"/>
              <a:gd name="connsiteX592" fmla="*/ 2309405 w 5593163"/>
              <a:gd name="connsiteY592" fmla="*/ 3173908 h 4305008"/>
              <a:gd name="connsiteX593" fmla="*/ 2308899 w 5593163"/>
              <a:gd name="connsiteY593" fmla="*/ 3173846 h 4305008"/>
              <a:gd name="connsiteX594" fmla="*/ 2308361 w 5593163"/>
              <a:gd name="connsiteY594" fmla="*/ 3167222 h 4305008"/>
              <a:gd name="connsiteX595" fmla="*/ 2300894 w 5593163"/>
              <a:gd name="connsiteY595" fmla="*/ 3075472 h 4305008"/>
              <a:gd name="connsiteX596" fmla="*/ 2299523 w 5593163"/>
              <a:gd name="connsiteY596" fmla="*/ 3058630 h 4305008"/>
              <a:gd name="connsiteX597" fmla="*/ 1601297 w 5593163"/>
              <a:gd name="connsiteY597" fmla="*/ 636203 h 4305008"/>
              <a:gd name="connsiteX598" fmla="*/ 2144606 w 5593163"/>
              <a:gd name="connsiteY598" fmla="*/ 1181049 h 4305008"/>
              <a:gd name="connsiteX599" fmla="*/ 1601297 w 5593163"/>
              <a:gd name="connsiteY599" fmla="*/ 636203 h 4305008"/>
              <a:gd name="connsiteX600" fmla="*/ 1601297 w 5593163"/>
              <a:gd name="connsiteY600" fmla="*/ 2333028 h 4305008"/>
              <a:gd name="connsiteX601" fmla="*/ 2144606 w 5593163"/>
              <a:gd name="connsiteY601" fmla="*/ 2877874 h 4305008"/>
              <a:gd name="connsiteX602" fmla="*/ 1601297 w 5593163"/>
              <a:gd name="connsiteY602" fmla="*/ 2333028 h 4305008"/>
              <a:gd name="connsiteX603" fmla="*/ 1601295 w 5593163"/>
              <a:gd name="connsiteY603" fmla="*/ 2034258 h 4305008"/>
              <a:gd name="connsiteX604" fmla="*/ 2144604 w 5593163"/>
              <a:gd name="connsiteY604" fmla="*/ 1493690 h 4305008"/>
              <a:gd name="connsiteX605" fmla="*/ 1601295 w 5593163"/>
              <a:gd name="connsiteY605" fmla="*/ 2034258 h 4305008"/>
              <a:gd name="connsiteX606" fmla="*/ 1601295 w 5593163"/>
              <a:gd name="connsiteY606" fmla="*/ 3731083 h 4305008"/>
              <a:gd name="connsiteX607" fmla="*/ 2144604 w 5593163"/>
              <a:gd name="connsiteY607" fmla="*/ 3190516 h 4305008"/>
              <a:gd name="connsiteX608" fmla="*/ 1601295 w 5593163"/>
              <a:gd name="connsiteY608" fmla="*/ 3731083 h 4305008"/>
              <a:gd name="connsiteX609" fmla="*/ 1457930 w 5593163"/>
              <a:gd name="connsiteY609" fmla="*/ 503273 h 4305008"/>
              <a:gd name="connsiteX610" fmla="*/ 1458524 w 5593163"/>
              <a:gd name="connsiteY610" fmla="*/ 491833 h 4305008"/>
              <a:gd name="connsiteX611" fmla="*/ 1459022 w 5593163"/>
              <a:gd name="connsiteY611" fmla="*/ 491866 h 4305008"/>
              <a:gd name="connsiteX612" fmla="*/ 1459048 w 5593163"/>
              <a:gd name="connsiteY612" fmla="*/ 491372 h 4305008"/>
              <a:gd name="connsiteX613" fmla="*/ 1476135 w 5593163"/>
              <a:gd name="connsiteY613" fmla="*/ 492995 h 4305008"/>
              <a:gd name="connsiteX614" fmla="*/ 1571597 w 5593163"/>
              <a:gd name="connsiteY614" fmla="*/ 502060 h 4305008"/>
              <a:gd name="connsiteX615" fmla="*/ 1587809 w 5593163"/>
              <a:gd name="connsiteY615" fmla="*/ 503599 h 4305008"/>
              <a:gd name="connsiteX616" fmla="*/ 1587926 w 5593163"/>
              <a:gd name="connsiteY616" fmla="*/ 504747 h 4305008"/>
              <a:gd name="connsiteX617" fmla="*/ 2278092 w 5593163"/>
              <a:gd name="connsiteY617" fmla="*/ 1197788 h 4305008"/>
              <a:gd name="connsiteX618" fmla="*/ 2278598 w 5593163"/>
              <a:gd name="connsiteY618" fmla="*/ 1197851 h 4305008"/>
              <a:gd name="connsiteX619" fmla="*/ 2279138 w 5593163"/>
              <a:gd name="connsiteY619" fmla="*/ 1204541 h 4305008"/>
              <a:gd name="connsiteX620" fmla="*/ 2286602 w 5593163"/>
              <a:gd name="connsiteY620" fmla="*/ 1296998 h 4305008"/>
              <a:gd name="connsiteX621" fmla="*/ 2287973 w 5593163"/>
              <a:gd name="connsiteY621" fmla="*/ 1313979 h 4305008"/>
              <a:gd name="connsiteX622" fmla="*/ 2287380 w 5593163"/>
              <a:gd name="connsiteY622" fmla="*/ 1325419 h 4305008"/>
              <a:gd name="connsiteX623" fmla="*/ 2286881 w 5593163"/>
              <a:gd name="connsiteY623" fmla="*/ 1325386 h 4305008"/>
              <a:gd name="connsiteX624" fmla="*/ 2286855 w 5593163"/>
              <a:gd name="connsiteY624" fmla="*/ 1325881 h 4305008"/>
              <a:gd name="connsiteX625" fmla="*/ 2269736 w 5593163"/>
              <a:gd name="connsiteY625" fmla="*/ 1324255 h 4305008"/>
              <a:gd name="connsiteX626" fmla="*/ 2174310 w 5593163"/>
              <a:gd name="connsiteY626" fmla="*/ 1315193 h 4305008"/>
              <a:gd name="connsiteX627" fmla="*/ 2158093 w 5593163"/>
              <a:gd name="connsiteY627" fmla="*/ 1313653 h 4305008"/>
              <a:gd name="connsiteX628" fmla="*/ 2157977 w 5593163"/>
              <a:gd name="connsiteY628" fmla="*/ 1312505 h 4305008"/>
              <a:gd name="connsiteX629" fmla="*/ 1467811 w 5593163"/>
              <a:gd name="connsiteY629" fmla="*/ 619464 h 4305008"/>
              <a:gd name="connsiteX630" fmla="*/ 1467306 w 5593163"/>
              <a:gd name="connsiteY630" fmla="*/ 619401 h 4305008"/>
              <a:gd name="connsiteX631" fmla="*/ 1466767 w 5593163"/>
              <a:gd name="connsiteY631" fmla="*/ 612725 h 4305008"/>
              <a:gd name="connsiteX632" fmla="*/ 1459300 w 5593163"/>
              <a:gd name="connsiteY632" fmla="*/ 520249 h 4305008"/>
              <a:gd name="connsiteX633" fmla="*/ 1457930 w 5593163"/>
              <a:gd name="connsiteY633" fmla="*/ 503273 h 4305008"/>
              <a:gd name="connsiteX634" fmla="*/ 1457930 w 5593163"/>
              <a:gd name="connsiteY634" fmla="*/ 2200098 h 4305008"/>
              <a:gd name="connsiteX635" fmla="*/ 1458524 w 5593163"/>
              <a:gd name="connsiteY635" fmla="*/ 2188658 h 4305008"/>
              <a:gd name="connsiteX636" fmla="*/ 1459022 w 5593163"/>
              <a:gd name="connsiteY636" fmla="*/ 2188691 h 4305008"/>
              <a:gd name="connsiteX637" fmla="*/ 1459048 w 5593163"/>
              <a:gd name="connsiteY637" fmla="*/ 2188197 h 4305008"/>
              <a:gd name="connsiteX638" fmla="*/ 1476135 w 5593163"/>
              <a:gd name="connsiteY638" fmla="*/ 2189820 h 4305008"/>
              <a:gd name="connsiteX639" fmla="*/ 1571597 w 5593163"/>
              <a:gd name="connsiteY639" fmla="*/ 2198885 h 4305008"/>
              <a:gd name="connsiteX640" fmla="*/ 1587809 w 5593163"/>
              <a:gd name="connsiteY640" fmla="*/ 2200424 h 4305008"/>
              <a:gd name="connsiteX641" fmla="*/ 1587926 w 5593163"/>
              <a:gd name="connsiteY641" fmla="*/ 2201572 h 4305008"/>
              <a:gd name="connsiteX642" fmla="*/ 2278092 w 5593163"/>
              <a:gd name="connsiteY642" fmla="*/ 2894613 h 4305008"/>
              <a:gd name="connsiteX643" fmla="*/ 2278598 w 5593163"/>
              <a:gd name="connsiteY643" fmla="*/ 2894676 h 4305008"/>
              <a:gd name="connsiteX644" fmla="*/ 2279138 w 5593163"/>
              <a:gd name="connsiteY644" fmla="*/ 2901366 h 4305008"/>
              <a:gd name="connsiteX645" fmla="*/ 2286602 w 5593163"/>
              <a:gd name="connsiteY645" fmla="*/ 2993823 h 4305008"/>
              <a:gd name="connsiteX646" fmla="*/ 2287973 w 5593163"/>
              <a:gd name="connsiteY646" fmla="*/ 3010804 h 4305008"/>
              <a:gd name="connsiteX647" fmla="*/ 2287380 w 5593163"/>
              <a:gd name="connsiteY647" fmla="*/ 3022244 h 4305008"/>
              <a:gd name="connsiteX648" fmla="*/ 2286881 w 5593163"/>
              <a:gd name="connsiteY648" fmla="*/ 3022211 h 4305008"/>
              <a:gd name="connsiteX649" fmla="*/ 2286855 w 5593163"/>
              <a:gd name="connsiteY649" fmla="*/ 3022706 h 4305008"/>
              <a:gd name="connsiteX650" fmla="*/ 2269736 w 5593163"/>
              <a:gd name="connsiteY650" fmla="*/ 3021080 h 4305008"/>
              <a:gd name="connsiteX651" fmla="*/ 2174310 w 5593163"/>
              <a:gd name="connsiteY651" fmla="*/ 3012018 h 4305008"/>
              <a:gd name="connsiteX652" fmla="*/ 2158093 w 5593163"/>
              <a:gd name="connsiteY652" fmla="*/ 3010478 h 4305008"/>
              <a:gd name="connsiteX653" fmla="*/ 2157977 w 5593163"/>
              <a:gd name="connsiteY653" fmla="*/ 3009330 h 4305008"/>
              <a:gd name="connsiteX654" fmla="*/ 1467811 w 5593163"/>
              <a:gd name="connsiteY654" fmla="*/ 2316289 h 4305008"/>
              <a:gd name="connsiteX655" fmla="*/ 1467306 w 5593163"/>
              <a:gd name="connsiteY655" fmla="*/ 2316226 h 4305008"/>
              <a:gd name="connsiteX656" fmla="*/ 1466767 w 5593163"/>
              <a:gd name="connsiteY656" fmla="*/ 2309550 h 4305008"/>
              <a:gd name="connsiteX657" fmla="*/ 1459300 w 5593163"/>
              <a:gd name="connsiteY657" fmla="*/ 2217074 h 4305008"/>
              <a:gd name="connsiteX658" fmla="*/ 1457930 w 5593163"/>
              <a:gd name="connsiteY658" fmla="*/ 2200098 h 4305008"/>
              <a:gd name="connsiteX659" fmla="*/ 1457930 w 5593163"/>
              <a:gd name="connsiteY659" fmla="*/ 3896923 h 4305008"/>
              <a:gd name="connsiteX660" fmla="*/ 1458524 w 5593163"/>
              <a:gd name="connsiteY660" fmla="*/ 3885483 h 4305008"/>
              <a:gd name="connsiteX661" fmla="*/ 1459022 w 5593163"/>
              <a:gd name="connsiteY661" fmla="*/ 3885516 h 4305008"/>
              <a:gd name="connsiteX662" fmla="*/ 1459048 w 5593163"/>
              <a:gd name="connsiteY662" fmla="*/ 3885022 h 4305008"/>
              <a:gd name="connsiteX663" fmla="*/ 1476135 w 5593163"/>
              <a:gd name="connsiteY663" fmla="*/ 3886645 h 4305008"/>
              <a:gd name="connsiteX664" fmla="*/ 1571597 w 5593163"/>
              <a:gd name="connsiteY664" fmla="*/ 3895710 h 4305008"/>
              <a:gd name="connsiteX665" fmla="*/ 1587809 w 5593163"/>
              <a:gd name="connsiteY665" fmla="*/ 3897249 h 4305008"/>
              <a:gd name="connsiteX666" fmla="*/ 1587926 w 5593163"/>
              <a:gd name="connsiteY666" fmla="*/ 3898397 h 4305008"/>
              <a:gd name="connsiteX667" fmla="*/ 2148179 w 5593163"/>
              <a:gd name="connsiteY667" fmla="*/ 4255797 h 4305008"/>
              <a:gd name="connsiteX668" fmla="*/ 2176624 w 5593163"/>
              <a:gd name="connsiteY668" fmla="*/ 4305008 h 4305008"/>
              <a:gd name="connsiteX669" fmla="*/ 2025574 w 5593163"/>
              <a:gd name="connsiteY669" fmla="*/ 4305008 h 4305008"/>
              <a:gd name="connsiteX670" fmla="*/ 1973451 w 5593163"/>
              <a:gd name="connsiteY670" fmla="*/ 4241205 h 4305008"/>
              <a:gd name="connsiteX671" fmla="*/ 1601297 w 5593163"/>
              <a:gd name="connsiteY671" fmla="*/ 4029853 h 4305008"/>
              <a:gd name="connsiteX672" fmla="*/ 1700478 w 5593163"/>
              <a:gd name="connsiteY672" fmla="*/ 4271827 h 4305008"/>
              <a:gd name="connsiteX673" fmla="*/ 1727160 w 5593163"/>
              <a:gd name="connsiteY673" fmla="*/ 4305008 h 4305008"/>
              <a:gd name="connsiteX674" fmla="*/ 1573050 w 5593163"/>
              <a:gd name="connsiteY674" fmla="*/ 4305008 h 4305008"/>
              <a:gd name="connsiteX675" fmla="*/ 1542929 w 5593163"/>
              <a:gd name="connsiteY675" fmla="*/ 4254710 h 4305008"/>
              <a:gd name="connsiteX676" fmla="*/ 1467811 w 5593163"/>
              <a:gd name="connsiteY676" fmla="*/ 4013114 h 4305008"/>
              <a:gd name="connsiteX677" fmla="*/ 1467306 w 5593163"/>
              <a:gd name="connsiteY677" fmla="*/ 4013051 h 4305008"/>
              <a:gd name="connsiteX678" fmla="*/ 1466767 w 5593163"/>
              <a:gd name="connsiteY678" fmla="*/ 4006375 h 4305008"/>
              <a:gd name="connsiteX679" fmla="*/ 1459300 w 5593163"/>
              <a:gd name="connsiteY679" fmla="*/ 3913899 h 4305008"/>
              <a:gd name="connsiteX680" fmla="*/ 1457930 w 5593163"/>
              <a:gd name="connsiteY680" fmla="*/ 3896923 h 4305008"/>
              <a:gd name="connsiteX681" fmla="*/ 1457928 w 5593163"/>
              <a:gd name="connsiteY681" fmla="*/ 469318 h 4305008"/>
              <a:gd name="connsiteX682" fmla="*/ 1459298 w 5593163"/>
              <a:gd name="connsiteY682" fmla="*/ 452471 h 4305008"/>
              <a:gd name="connsiteX683" fmla="*/ 1466762 w 5593163"/>
              <a:gd name="connsiteY683" fmla="*/ 360740 h 4305008"/>
              <a:gd name="connsiteX684" fmla="*/ 1467303 w 5593163"/>
              <a:gd name="connsiteY684" fmla="*/ 354103 h 4305008"/>
              <a:gd name="connsiteX685" fmla="*/ 1467808 w 5593163"/>
              <a:gd name="connsiteY685" fmla="*/ 354040 h 4305008"/>
              <a:gd name="connsiteX686" fmla="*/ 1552022 w 5593163"/>
              <a:gd name="connsiteY686" fmla="*/ 96778 h 4305008"/>
              <a:gd name="connsiteX687" fmla="*/ 1614656 w 5593163"/>
              <a:gd name="connsiteY687" fmla="*/ 0 h 4305008"/>
              <a:gd name="connsiteX688" fmla="*/ 1783031 w 5593163"/>
              <a:gd name="connsiteY688" fmla="*/ 0 h 4305008"/>
              <a:gd name="connsiteX689" fmla="*/ 1714803 w 5593163"/>
              <a:gd name="connsiteY689" fmla="*/ 76659 h 4305008"/>
              <a:gd name="connsiteX690" fmla="*/ 1601295 w 5593163"/>
              <a:gd name="connsiteY690" fmla="*/ 337433 h 4305008"/>
              <a:gd name="connsiteX691" fmla="*/ 2040269 w 5593163"/>
              <a:gd name="connsiteY691" fmla="*/ 44350 h 4305008"/>
              <a:gd name="connsiteX692" fmla="*/ 2062497 w 5593163"/>
              <a:gd name="connsiteY692" fmla="*/ 0 h 4305008"/>
              <a:gd name="connsiteX693" fmla="*/ 2211135 w 5593163"/>
              <a:gd name="connsiteY693" fmla="*/ 0 h 4305008"/>
              <a:gd name="connsiteX694" fmla="*/ 2159296 w 5593163"/>
              <a:gd name="connsiteY694" fmla="*/ 95636 h 4305008"/>
              <a:gd name="connsiteX695" fmla="*/ 1587923 w 5593163"/>
              <a:gd name="connsiteY695" fmla="*/ 467856 h 4305008"/>
              <a:gd name="connsiteX696" fmla="*/ 1587807 w 5593163"/>
              <a:gd name="connsiteY696" fmla="*/ 468995 h 4305008"/>
              <a:gd name="connsiteX697" fmla="*/ 1571591 w 5593163"/>
              <a:gd name="connsiteY697" fmla="*/ 470523 h 4305008"/>
              <a:gd name="connsiteX698" fmla="*/ 1476164 w 5593163"/>
              <a:gd name="connsiteY698" fmla="*/ 479514 h 4305008"/>
              <a:gd name="connsiteX699" fmla="*/ 1459046 w 5593163"/>
              <a:gd name="connsiteY699" fmla="*/ 481127 h 4305008"/>
              <a:gd name="connsiteX700" fmla="*/ 1459020 w 5593163"/>
              <a:gd name="connsiteY700" fmla="*/ 480636 h 4305008"/>
              <a:gd name="connsiteX701" fmla="*/ 1458521 w 5593163"/>
              <a:gd name="connsiteY701" fmla="*/ 480669 h 4305008"/>
              <a:gd name="connsiteX702" fmla="*/ 1457928 w 5593163"/>
              <a:gd name="connsiteY702" fmla="*/ 469318 h 4305008"/>
              <a:gd name="connsiteX703" fmla="*/ 1457928 w 5593163"/>
              <a:gd name="connsiteY703" fmla="*/ 2166144 h 4305008"/>
              <a:gd name="connsiteX704" fmla="*/ 1459298 w 5593163"/>
              <a:gd name="connsiteY704" fmla="*/ 2149296 h 4305008"/>
              <a:gd name="connsiteX705" fmla="*/ 1466762 w 5593163"/>
              <a:gd name="connsiteY705" fmla="*/ 2057565 h 4305008"/>
              <a:gd name="connsiteX706" fmla="*/ 1467303 w 5593163"/>
              <a:gd name="connsiteY706" fmla="*/ 2050928 h 4305008"/>
              <a:gd name="connsiteX707" fmla="*/ 1467808 w 5593163"/>
              <a:gd name="connsiteY707" fmla="*/ 2050865 h 4305008"/>
              <a:gd name="connsiteX708" fmla="*/ 2157974 w 5593163"/>
              <a:gd name="connsiteY708" fmla="*/ 1363267 h 4305008"/>
              <a:gd name="connsiteX709" fmla="*/ 2158091 w 5593163"/>
              <a:gd name="connsiteY709" fmla="*/ 1362128 h 4305008"/>
              <a:gd name="connsiteX710" fmla="*/ 2174304 w 5593163"/>
              <a:gd name="connsiteY710" fmla="*/ 1360601 h 4305008"/>
              <a:gd name="connsiteX711" fmla="*/ 2269765 w 5593163"/>
              <a:gd name="connsiteY711" fmla="*/ 1351607 h 4305008"/>
              <a:gd name="connsiteX712" fmla="*/ 2286853 w 5593163"/>
              <a:gd name="connsiteY712" fmla="*/ 1349997 h 4305008"/>
              <a:gd name="connsiteX713" fmla="*/ 2286879 w 5593163"/>
              <a:gd name="connsiteY713" fmla="*/ 1350487 h 4305008"/>
              <a:gd name="connsiteX714" fmla="*/ 2287377 w 5593163"/>
              <a:gd name="connsiteY714" fmla="*/ 1350455 h 4305008"/>
              <a:gd name="connsiteX715" fmla="*/ 2287971 w 5593163"/>
              <a:gd name="connsiteY715" fmla="*/ 1361805 h 4305008"/>
              <a:gd name="connsiteX716" fmla="*/ 2286600 w 5593163"/>
              <a:gd name="connsiteY716" fmla="*/ 1378647 h 4305008"/>
              <a:gd name="connsiteX717" fmla="*/ 2279133 w 5593163"/>
              <a:gd name="connsiteY717" fmla="*/ 1470397 h 4305008"/>
              <a:gd name="connsiteX718" fmla="*/ 2278595 w 5593163"/>
              <a:gd name="connsiteY718" fmla="*/ 1477021 h 4305008"/>
              <a:gd name="connsiteX719" fmla="*/ 2278089 w 5593163"/>
              <a:gd name="connsiteY719" fmla="*/ 1477083 h 4305008"/>
              <a:gd name="connsiteX720" fmla="*/ 1587923 w 5593163"/>
              <a:gd name="connsiteY720" fmla="*/ 2164681 h 4305008"/>
              <a:gd name="connsiteX721" fmla="*/ 1587807 w 5593163"/>
              <a:gd name="connsiteY721" fmla="*/ 2165820 h 4305008"/>
              <a:gd name="connsiteX722" fmla="*/ 1571591 w 5593163"/>
              <a:gd name="connsiteY722" fmla="*/ 2167348 h 4305008"/>
              <a:gd name="connsiteX723" fmla="*/ 1476164 w 5593163"/>
              <a:gd name="connsiteY723" fmla="*/ 2176339 h 4305008"/>
              <a:gd name="connsiteX724" fmla="*/ 1459046 w 5593163"/>
              <a:gd name="connsiteY724" fmla="*/ 2177952 h 4305008"/>
              <a:gd name="connsiteX725" fmla="*/ 1459020 w 5593163"/>
              <a:gd name="connsiteY725" fmla="*/ 2177461 h 4305008"/>
              <a:gd name="connsiteX726" fmla="*/ 1458521 w 5593163"/>
              <a:gd name="connsiteY726" fmla="*/ 2177494 h 4305008"/>
              <a:gd name="connsiteX727" fmla="*/ 1457928 w 5593163"/>
              <a:gd name="connsiteY727" fmla="*/ 2166144 h 4305008"/>
              <a:gd name="connsiteX728" fmla="*/ 1457928 w 5593163"/>
              <a:gd name="connsiteY728" fmla="*/ 3862969 h 4305008"/>
              <a:gd name="connsiteX729" fmla="*/ 1459298 w 5593163"/>
              <a:gd name="connsiteY729" fmla="*/ 3846121 h 4305008"/>
              <a:gd name="connsiteX730" fmla="*/ 1466762 w 5593163"/>
              <a:gd name="connsiteY730" fmla="*/ 3754390 h 4305008"/>
              <a:gd name="connsiteX731" fmla="*/ 1467303 w 5593163"/>
              <a:gd name="connsiteY731" fmla="*/ 3747753 h 4305008"/>
              <a:gd name="connsiteX732" fmla="*/ 1467808 w 5593163"/>
              <a:gd name="connsiteY732" fmla="*/ 3747690 h 4305008"/>
              <a:gd name="connsiteX733" fmla="*/ 2157974 w 5593163"/>
              <a:gd name="connsiteY733" fmla="*/ 3060092 h 4305008"/>
              <a:gd name="connsiteX734" fmla="*/ 2158091 w 5593163"/>
              <a:gd name="connsiteY734" fmla="*/ 3058953 h 4305008"/>
              <a:gd name="connsiteX735" fmla="*/ 2174304 w 5593163"/>
              <a:gd name="connsiteY735" fmla="*/ 3057426 h 4305008"/>
              <a:gd name="connsiteX736" fmla="*/ 2269765 w 5593163"/>
              <a:gd name="connsiteY736" fmla="*/ 3048432 h 4305008"/>
              <a:gd name="connsiteX737" fmla="*/ 2286853 w 5593163"/>
              <a:gd name="connsiteY737" fmla="*/ 3046822 h 4305008"/>
              <a:gd name="connsiteX738" fmla="*/ 2286879 w 5593163"/>
              <a:gd name="connsiteY738" fmla="*/ 3047312 h 4305008"/>
              <a:gd name="connsiteX739" fmla="*/ 2287377 w 5593163"/>
              <a:gd name="connsiteY739" fmla="*/ 3047280 h 4305008"/>
              <a:gd name="connsiteX740" fmla="*/ 2287971 w 5593163"/>
              <a:gd name="connsiteY740" fmla="*/ 3058630 h 4305008"/>
              <a:gd name="connsiteX741" fmla="*/ 2286600 w 5593163"/>
              <a:gd name="connsiteY741" fmla="*/ 3075472 h 4305008"/>
              <a:gd name="connsiteX742" fmla="*/ 2279133 w 5593163"/>
              <a:gd name="connsiteY742" fmla="*/ 3167222 h 4305008"/>
              <a:gd name="connsiteX743" fmla="*/ 2278595 w 5593163"/>
              <a:gd name="connsiteY743" fmla="*/ 3173846 h 4305008"/>
              <a:gd name="connsiteX744" fmla="*/ 2278089 w 5593163"/>
              <a:gd name="connsiteY744" fmla="*/ 3173908 h 4305008"/>
              <a:gd name="connsiteX745" fmla="*/ 1587923 w 5593163"/>
              <a:gd name="connsiteY745" fmla="*/ 3861506 h 4305008"/>
              <a:gd name="connsiteX746" fmla="*/ 1587807 w 5593163"/>
              <a:gd name="connsiteY746" fmla="*/ 3862645 h 4305008"/>
              <a:gd name="connsiteX747" fmla="*/ 1571591 w 5593163"/>
              <a:gd name="connsiteY747" fmla="*/ 3864173 h 4305008"/>
              <a:gd name="connsiteX748" fmla="*/ 1476164 w 5593163"/>
              <a:gd name="connsiteY748" fmla="*/ 3873164 h 4305008"/>
              <a:gd name="connsiteX749" fmla="*/ 1459046 w 5593163"/>
              <a:gd name="connsiteY749" fmla="*/ 3874777 h 4305008"/>
              <a:gd name="connsiteX750" fmla="*/ 1459020 w 5593163"/>
              <a:gd name="connsiteY750" fmla="*/ 3874286 h 4305008"/>
              <a:gd name="connsiteX751" fmla="*/ 1458521 w 5593163"/>
              <a:gd name="connsiteY751" fmla="*/ 3874319 h 4305008"/>
              <a:gd name="connsiteX752" fmla="*/ 1457928 w 5593163"/>
              <a:gd name="connsiteY752" fmla="*/ 3862969 h 4305008"/>
              <a:gd name="connsiteX753" fmla="*/ 750739 w 5593163"/>
              <a:gd name="connsiteY753" fmla="*/ 1181049 h 4305008"/>
              <a:gd name="connsiteX754" fmla="*/ 1294048 w 5593163"/>
              <a:gd name="connsiteY754" fmla="*/ 636203 h 4305008"/>
              <a:gd name="connsiteX755" fmla="*/ 750739 w 5593163"/>
              <a:gd name="connsiteY755" fmla="*/ 1181049 h 4305008"/>
              <a:gd name="connsiteX756" fmla="*/ 750739 w 5593163"/>
              <a:gd name="connsiteY756" fmla="*/ 1493690 h 4305008"/>
              <a:gd name="connsiteX757" fmla="*/ 1294048 w 5593163"/>
              <a:gd name="connsiteY757" fmla="*/ 2034258 h 4305008"/>
              <a:gd name="connsiteX758" fmla="*/ 750739 w 5593163"/>
              <a:gd name="connsiteY758" fmla="*/ 1493690 h 4305008"/>
              <a:gd name="connsiteX759" fmla="*/ 750739 w 5593163"/>
              <a:gd name="connsiteY759" fmla="*/ 2877874 h 4305008"/>
              <a:gd name="connsiteX760" fmla="*/ 1294048 w 5593163"/>
              <a:gd name="connsiteY760" fmla="*/ 2333028 h 4305008"/>
              <a:gd name="connsiteX761" fmla="*/ 750739 w 5593163"/>
              <a:gd name="connsiteY761" fmla="*/ 2877874 h 4305008"/>
              <a:gd name="connsiteX762" fmla="*/ 750739 w 5593163"/>
              <a:gd name="connsiteY762" fmla="*/ 3190516 h 4305008"/>
              <a:gd name="connsiteX763" fmla="*/ 1294048 w 5593163"/>
              <a:gd name="connsiteY763" fmla="*/ 3731083 h 4305008"/>
              <a:gd name="connsiteX764" fmla="*/ 750739 w 5593163"/>
              <a:gd name="connsiteY764" fmla="*/ 3190516 h 4305008"/>
              <a:gd name="connsiteX765" fmla="*/ 718720 w 5593163"/>
              <a:gd name="connsiteY765" fmla="*/ 4305008 h 4305008"/>
              <a:gd name="connsiteX766" fmla="*/ 747165 w 5593163"/>
              <a:gd name="connsiteY766" fmla="*/ 4255797 h 4305008"/>
              <a:gd name="connsiteX767" fmla="*/ 1307418 w 5593163"/>
              <a:gd name="connsiteY767" fmla="*/ 3898397 h 4305008"/>
              <a:gd name="connsiteX768" fmla="*/ 1307535 w 5593163"/>
              <a:gd name="connsiteY768" fmla="*/ 3897249 h 4305008"/>
              <a:gd name="connsiteX769" fmla="*/ 1323748 w 5593163"/>
              <a:gd name="connsiteY769" fmla="*/ 3895710 h 4305008"/>
              <a:gd name="connsiteX770" fmla="*/ 1419209 w 5593163"/>
              <a:gd name="connsiteY770" fmla="*/ 3886645 h 4305008"/>
              <a:gd name="connsiteX771" fmla="*/ 1436297 w 5593163"/>
              <a:gd name="connsiteY771" fmla="*/ 3885022 h 4305008"/>
              <a:gd name="connsiteX772" fmla="*/ 1436323 w 5593163"/>
              <a:gd name="connsiteY772" fmla="*/ 3885516 h 4305008"/>
              <a:gd name="connsiteX773" fmla="*/ 1436821 w 5593163"/>
              <a:gd name="connsiteY773" fmla="*/ 3885483 h 4305008"/>
              <a:gd name="connsiteX774" fmla="*/ 1437415 w 5593163"/>
              <a:gd name="connsiteY774" fmla="*/ 3896923 h 4305008"/>
              <a:gd name="connsiteX775" fmla="*/ 1436044 w 5593163"/>
              <a:gd name="connsiteY775" fmla="*/ 3913899 h 4305008"/>
              <a:gd name="connsiteX776" fmla="*/ 1428577 w 5593163"/>
              <a:gd name="connsiteY776" fmla="*/ 4006375 h 4305008"/>
              <a:gd name="connsiteX777" fmla="*/ 1428039 w 5593163"/>
              <a:gd name="connsiteY777" fmla="*/ 4013051 h 4305008"/>
              <a:gd name="connsiteX778" fmla="*/ 1427533 w 5593163"/>
              <a:gd name="connsiteY778" fmla="*/ 4013114 h 4305008"/>
              <a:gd name="connsiteX779" fmla="*/ 1352416 w 5593163"/>
              <a:gd name="connsiteY779" fmla="*/ 4254710 h 4305008"/>
              <a:gd name="connsiteX780" fmla="*/ 1322295 w 5593163"/>
              <a:gd name="connsiteY780" fmla="*/ 4305008 h 4305008"/>
              <a:gd name="connsiteX781" fmla="*/ 1168185 w 5593163"/>
              <a:gd name="connsiteY781" fmla="*/ 4305008 h 4305008"/>
              <a:gd name="connsiteX782" fmla="*/ 1194867 w 5593163"/>
              <a:gd name="connsiteY782" fmla="*/ 4271827 h 4305008"/>
              <a:gd name="connsiteX783" fmla="*/ 1294048 w 5593163"/>
              <a:gd name="connsiteY783" fmla="*/ 4029853 h 4305008"/>
              <a:gd name="connsiteX784" fmla="*/ 921894 w 5593163"/>
              <a:gd name="connsiteY784" fmla="*/ 4241205 h 4305008"/>
              <a:gd name="connsiteX785" fmla="*/ 869771 w 5593163"/>
              <a:gd name="connsiteY785" fmla="*/ 4305008 h 4305008"/>
              <a:gd name="connsiteX786" fmla="*/ 684209 w 5593163"/>
              <a:gd name="connsiteY786" fmla="*/ 0 h 4305008"/>
              <a:gd name="connsiteX787" fmla="*/ 832847 w 5593163"/>
              <a:gd name="connsiteY787" fmla="*/ 0 h 4305008"/>
              <a:gd name="connsiteX788" fmla="*/ 855075 w 5593163"/>
              <a:gd name="connsiteY788" fmla="*/ 44350 h 4305008"/>
              <a:gd name="connsiteX789" fmla="*/ 1294048 w 5593163"/>
              <a:gd name="connsiteY789" fmla="*/ 337433 h 4305008"/>
              <a:gd name="connsiteX790" fmla="*/ 1180541 w 5593163"/>
              <a:gd name="connsiteY790" fmla="*/ 76659 h 4305008"/>
              <a:gd name="connsiteX791" fmla="*/ 1112313 w 5593163"/>
              <a:gd name="connsiteY791" fmla="*/ 0 h 4305008"/>
              <a:gd name="connsiteX792" fmla="*/ 1280688 w 5593163"/>
              <a:gd name="connsiteY792" fmla="*/ 0 h 4305008"/>
              <a:gd name="connsiteX793" fmla="*/ 1343322 w 5593163"/>
              <a:gd name="connsiteY793" fmla="*/ 96778 h 4305008"/>
              <a:gd name="connsiteX794" fmla="*/ 1427534 w 5593163"/>
              <a:gd name="connsiteY794" fmla="*/ 354040 h 4305008"/>
              <a:gd name="connsiteX795" fmla="*/ 1428040 w 5593163"/>
              <a:gd name="connsiteY795" fmla="*/ 354102 h 4305008"/>
              <a:gd name="connsiteX796" fmla="*/ 1428580 w 5593163"/>
              <a:gd name="connsiteY796" fmla="*/ 360740 h 4305008"/>
              <a:gd name="connsiteX797" fmla="*/ 1436044 w 5593163"/>
              <a:gd name="connsiteY797" fmla="*/ 452471 h 4305008"/>
              <a:gd name="connsiteX798" fmla="*/ 1437415 w 5593163"/>
              <a:gd name="connsiteY798" fmla="*/ 469318 h 4305008"/>
              <a:gd name="connsiteX799" fmla="*/ 1436822 w 5593163"/>
              <a:gd name="connsiteY799" fmla="*/ 480669 h 4305008"/>
              <a:gd name="connsiteX800" fmla="*/ 1436323 w 5593163"/>
              <a:gd name="connsiteY800" fmla="*/ 480636 h 4305008"/>
              <a:gd name="connsiteX801" fmla="*/ 1436297 w 5593163"/>
              <a:gd name="connsiteY801" fmla="*/ 481127 h 4305008"/>
              <a:gd name="connsiteX802" fmla="*/ 1419178 w 5593163"/>
              <a:gd name="connsiteY802" fmla="*/ 479514 h 4305008"/>
              <a:gd name="connsiteX803" fmla="*/ 1323752 w 5593163"/>
              <a:gd name="connsiteY803" fmla="*/ 470523 h 4305008"/>
              <a:gd name="connsiteX804" fmla="*/ 1307535 w 5593163"/>
              <a:gd name="connsiteY804" fmla="*/ 468995 h 4305008"/>
              <a:gd name="connsiteX805" fmla="*/ 1307419 w 5593163"/>
              <a:gd name="connsiteY805" fmla="*/ 467856 h 4305008"/>
              <a:gd name="connsiteX806" fmla="*/ 736048 w 5593163"/>
              <a:gd name="connsiteY806" fmla="*/ 95636 h 4305008"/>
              <a:gd name="connsiteX807" fmla="*/ 607372 w 5593163"/>
              <a:gd name="connsiteY807" fmla="*/ 1313979 h 4305008"/>
              <a:gd name="connsiteX808" fmla="*/ 608742 w 5593163"/>
              <a:gd name="connsiteY808" fmla="*/ 1296998 h 4305008"/>
              <a:gd name="connsiteX809" fmla="*/ 616206 w 5593163"/>
              <a:gd name="connsiteY809" fmla="*/ 1204541 h 4305008"/>
              <a:gd name="connsiteX810" fmla="*/ 616747 w 5593163"/>
              <a:gd name="connsiteY810" fmla="*/ 1197851 h 4305008"/>
              <a:gd name="connsiteX811" fmla="*/ 617252 w 5593163"/>
              <a:gd name="connsiteY811" fmla="*/ 1197788 h 4305008"/>
              <a:gd name="connsiteX812" fmla="*/ 1307418 w 5593163"/>
              <a:gd name="connsiteY812" fmla="*/ 504747 h 4305008"/>
              <a:gd name="connsiteX813" fmla="*/ 1307535 w 5593163"/>
              <a:gd name="connsiteY813" fmla="*/ 503599 h 4305008"/>
              <a:gd name="connsiteX814" fmla="*/ 1323748 w 5593163"/>
              <a:gd name="connsiteY814" fmla="*/ 502060 h 4305008"/>
              <a:gd name="connsiteX815" fmla="*/ 1419209 w 5593163"/>
              <a:gd name="connsiteY815" fmla="*/ 492995 h 4305008"/>
              <a:gd name="connsiteX816" fmla="*/ 1436297 w 5593163"/>
              <a:gd name="connsiteY816" fmla="*/ 491372 h 4305008"/>
              <a:gd name="connsiteX817" fmla="*/ 1436323 w 5593163"/>
              <a:gd name="connsiteY817" fmla="*/ 491866 h 4305008"/>
              <a:gd name="connsiteX818" fmla="*/ 1436821 w 5593163"/>
              <a:gd name="connsiteY818" fmla="*/ 491833 h 4305008"/>
              <a:gd name="connsiteX819" fmla="*/ 1437415 w 5593163"/>
              <a:gd name="connsiteY819" fmla="*/ 503273 h 4305008"/>
              <a:gd name="connsiteX820" fmla="*/ 1436044 w 5593163"/>
              <a:gd name="connsiteY820" fmla="*/ 520249 h 4305008"/>
              <a:gd name="connsiteX821" fmla="*/ 1428577 w 5593163"/>
              <a:gd name="connsiteY821" fmla="*/ 612725 h 4305008"/>
              <a:gd name="connsiteX822" fmla="*/ 1428039 w 5593163"/>
              <a:gd name="connsiteY822" fmla="*/ 619401 h 4305008"/>
              <a:gd name="connsiteX823" fmla="*/ 1427533 w 5593163"/>
              <a:gd name="connsiteY823" fmla="*/ 619464 h 4305008"/>
              <a:gd name="connsiteX824" fmla="*/ 737367 w 5593163"/>
              <a:gd name="connsiteY824" fmla="*/ 1312505 h 4305008"/>
              <a:gd name="connsiteX825" fmla="*/ 737251 w 5593163"/>
              <a:gd name="connsiteY825" fmla="*/ 1313653 h 4305008"/>
              <a:gd name="connsiteX826" fmla="*/ 721035 w 5593163"/>
              <a:gd name="connsiteY826" fmla="*/ 1315193 h 4305008"/>
              <a:gd name="connsiteX827" fmla="*/ 625608 w 5593163"/>
              <a:gd name="connsiteY827" fmla="*/ 1324255 h 4305008"/>
              <a:gd name="connsiteX828" fmla="*/ 608490 w 5593163"/>
              <a:gd name="connsiteY828" fmla="*/ 1325881 h 4305008"/>
              <a:gd name="connsiteX829" fmla="*/ 608464 w 5593163"/>
              <a:gd name="connsiteY829" fmla="*/ 1325386 h 4305008"/>
              <a:gd name="connsiteX830" fmla="*/ 607965 w 5593163"/>
              <a:gd name="connsiteY830" fmla="*/ 1325419 h 4305008"/>
              <a:gd name="connsiteX831" fmla="*/ 607372 w 5593163"/>
              <a:gd name="connsiteY831" fmla="*/ 1313979 h 4305008"/>
              <a:gd name="connsiteX832" fmla="*/ 607372 w 5593163"/>
              <a:gd name="connsiteY832" fmla="*/ 1361805 h 4305008"/>
              <a:gd name="connsiteX833" fmla="*/ 607966 w 5593163"/>
              <a:gd name="connsiteY833" fmla="*/ 1350455 h 4305008"/>
              <a:gd name="connsiteX834" fmla="*/ 608464 w 5593163"/>
              <a:gd name="connsiteY834" fmla="*/ 1350487 h 4305008"/>
              <a:gd name="connsiteX835" fmla="*/ 608490 w 5593163"/>
              <a:gd name="connsiteY835" fmla="*/ 1349997 h 4305008"/>
              <a:gd name="connsiteX836" fmla="*/ 625577 w 5593163"/>
              <a:gd name="connsiteY836" fmla="*/ 1351607 h 4305008"/>
              <a:gd name="connsiteX837" fmla="*/ 721039 w 5593163"/>
              <a:gd name="connsiteY837" fmla="*/ 1360601 h 4305008"/>
              <a:gd name="connsiteX838" fmla="*/ 737251 w 5593163"/>
              <a:gd name="connsiteY838" fmla="*/ 1362128 h 4305008"/>
              <a:gd name="connsiteX839" fmla="*/ 737368 w 5593163"/>
              <a:gd name="connsiteY839" fmla="*/ 1363267 h 4305008"/>
              <a:gd name="connsiteX840" fmla="*/ 1427534 w 5593163"/>
              <a:gd name="connsiteY840" fmla="*/ 2050865 h 4305008"/>
              <a:gd name="connsiteX841" fmla="*/ 1428040 w 5593163"/>
              <a:gd name="connsiteY841" fmla="*/ 2050928 h 4305008"/>
              <a:gd name="connsiteX842" fmla="*/ 1428580 w 5593163"/>
              <a:gd name="connsiteY842" fmla="*/ 2057565 h 4305008"/>
              <a:gd name="connsiteX843" fmla="*/ 1436044 w 5593163"/>
              <a:gd name="connsiteY843" fmla="*/ 2149296 h 4305008"/>
              <a:gd name="connsiteX844" fmla="*/ 1437415 w 5593163"/>
              <a:gd name="connsiteY844" fmla="*/ 2166144 h 4305008"/>
              <a:gd name="connsiteX845" fmla="*/ 1436822 w 5593163"/>
              <a:gd name="connsiteY845" fmla="*/ 2177494 h 4305008"/>
              <a:gd name="connsiteX846" fmla="*/ 1436323 w 5593163"/>
              <a:gd name="connsiteY846" fmla="*/ 2177461 h 4305008"/>
              <a:gd name="connsiteX847" fmla="*/ 1436297 w 5593163"/>
              <a:gd name="connsiteY847" fmla="*/ 2177952 h 4305008"/>
              <a:gd name="connsiteX848" fmla="*/ 1419178 w 5593163"/>
              <a:gd name="connsiteY848" fmla="*/ 2176339 h 4305008"/>
              <a:gd name="connsiteX849" fmla="*/ 1323752 w 5593163"/>
              <a:gd name="connsiteY849" fmla="*/ 2167348 h 4305008"/>
              <a:gd name="connsiteX850" fmla="*/ 1307535 w 5593163"/>
              <a:gd name="connsiteY850" fmla="*/ 2165820 h 4305008"/>
              <a:gd name="connsiteX851" fmla="*/ 1307419 w 5593163"/>
              <a:gd name="connsiteY851" fmla="*/ 2164681 h 4305008"/>
              <a:gd name="connsiteX852" fmla="*/ 617253 w 5593163"/>
              <a:gd name="connsiteY852" fmla="*/ 1477083 h 4305008"/>
              <a:gd name="connsiteX853" fmla="*/ 616748 w 5593163"/>
              <a:gd name="connsiteY853" fmla="*/ 1477021 h 4305008"/>
              <a:gd name="connsiteX854" fmla="*/ 616209 w 5593163"/>
              <a:gd name="connsiteY854" fmla="*/ 1470397 h 4305008"/>
              <a:gd name="connsiteX855" fmla="*/ 608742 w 5593163"/>
              <a:gd name="connsiteY855" fmla="*/ 1378647 h 4305008"/>
              <a:gd name="connsiteX856" fmla="*/ 607372 w 5593163"/>
              <a:gd name="connsiteY856" fmla="*/ 1361805 h 4305008"/>
              <a:gd name="connsiteX857" fmla="*/ 607372 w 5593163"/>
              <a:gd name="connsiteY857" fmla="*/ 3010804 h 4305008"/>
              <a:gd name="connsiteX858" fmla="*/ 608742 w 5593163"/>
              <a:gd name="connsiteY858" fmla="*/ 2993823 h 4305008"/>
              <a:gd name="connsiteX859" fmla="*/ 616206 w 5593163"/>
              <a:gd name="connsiteY859" fmla="*/ 2901366 h 4305008"/>
              <a:gd name="connsiteX860" fmla="*/ 616747 w 5593163"/>
              <a:gd name="connsiteY860" fmla="*/ 2894676 h 4305008"/>
              <a:gd name="connsiteX861" fmla="*/ 617252 w 5593163"/>
              <a:gd name="connsiteY861" fmla="*/ 2894613 h 4305008"/>
              <a:gd name="connsiteX862" fmla="*/ 1307418 w 5593163"/>
              <a:gd name="connsiteY862" fmla="*/ 2201572 h 4305008"/>
              <a:gd name="connsiteX863" fmla="*/ 1307535 w 5593163"/>
              <a:gd name="connsiteY863" fmla="*/ 2200424 h 4305008"/>
              <a:gd name="connsiteX864" fmla="*/ 1323748 w 5593163"/>
              <a:gd name="connsiteY864" fmla="*/ 2198885 h 4305008"/>
              <a:gd name="connsiteX865" fmla="*/ 1419209 w 5593163"/>
              <a:gd name="connsiteY865" fmla="*/ 2189820 h 4305008"/>
              <a:gd name="connsiteX866" fmla="*/ 1436297 w 5593163"/>
              <a:gd name="connsiteY866" fmla="*/ 2188197 h 4305008"/>
              <a:gd name="connsiteX867" fmla="*/ 1436323 w 5593163"/>
              <a:gd name="connsiteY867" fmla="*/ 2188691 h 4305008"/>
              <a:gd name="connsiteX868" fmla="*/ 1436821 w 5593163"/>
              <a:gd name="connsiteY868" fmla="*/ 2188658 h 4305008"/>
              <a:gd name="connsiteX869" fmla="*/ 1437415 w 5593163"/>
              <a:gd name="connsiteY869" fmla="*/ 2200098 h 4305008"/>
              <a:gd name="connsiteX870" fmla="*/ 1436044 w 5593163"/>
              <a:gd name="connsiteY870" fmla="*/ 2217074 h 4305008"/>
              <a:gd name="connsiteX871" fmla="*/ 1428577 w 5593163"/>
              <a:gd name="connsiteY871" fmla="*/ 2309550 h 4305008"/>
              <a:gd name="connsiteX872" fmla="*/ 1428039 w 5593163"/>
              <a:gd name="connsiteY872" fmla="*/ 2316226 h 4305008"/>
              <a:gd name="connsiteX873" fmla="*/ 1427533 w 5593163"/>
              <a:gd name="connsiteY873" fmla="*/ 2316289 h 4305008"/>
              <a:gd name="connsiteX874" fmla="*/ 737367 w 5593163"/>
              <a:gd name="connsiteY874" fmla="*/ 3009330 h 4305008"/>
              <a:gd name="connsiteX875" fmla="*/ 737251 w 5593163"/>
              <a:gd name="connsiteY875" fmla="*/ 3010478 h 4305008"/>
              <a:gd name="connsiteX876" fmla="*/ 721035 w 5593163"/>
              <a:gd name="connsiteY876" fmla="*/ 3012018 h 4305008"/>
              <a:gd name="connsiteX877" fmla="*/ 625608 w 5593163"/>
              <a:gd name="connsiteY877" fmla="*/ 3021080 h 4305008"/>
              <a:gd name="connsiteX878" fmla="*/ 608490 w 5593163"/>
              <a:gd name="connsiteY878" fmla="*/ 3022706 h 4305008"/>
              <a:gd name="connsiteX879" fmla="*/ 608464 w 5593163"/>
              <a:gd name="connsiteY879" fmla="*/ 3022211 h 4305008"/>
              <a:gd name="connsiteX880" fmla="*/ 607965 w 5593163"/>
              <a:gd name="connsiteY880" fmla="*/ 3022244 h 4305008"/>
              <a:gd name="connsiteX881" fmla="*/ 607372 w 5593163"/>
              <a:gd name="connsiteY881" fmla="*/ 3010804 h 4305008"/>
              <a:gd name="connsiteX882" fmla="*/ 607372 w 5593163"/>
              <a:gd name="connsiteY882" fmla="*/ 3058630 h 4305008"/>
              <a:gd name="connsiteX883" fmla="*/ 607966 w 5593163"/>
              <a:gd name="connsiteY883" fmla="*/ 3047280 h 4305008"/>
              <a:gd name="connsiteX884" fmla="*/ 608464 w 5593163"/>
              <a:gd name="connsiteY884" fmla="*/ 3047312 h 4305008"/>
              <a:gd name="connsiteX885" fmla="*/ 608490 w 5593163"/>
              <a:gd name="connsiteY885" fmla="*/ 3046822 h 4305008"/>
              <a:gd name="connsiteX886" fmla="*/ 625577 w 5593163"/>
              <a:gd name="connsiteY886" fmla="*/ 3048432 h 4305008"/>
              <a:gd name="connsiteX887" fmla="*/ 721039 w 5593163"/>
              <a:gd name="connsiteY887" fmla="*/ 3057426 h 4305008"/>
              <a:gd name="connsiteX888" fmla="*/ 737251 w 5593163"/>
              <a:gd name="connsiteY888" fmla="*/ 3058953 h 4305008"/>
              <a:gd name="connsiteX889" fmla="*/ 737368 w 5593163"/>
              <a:gd name="connsiteY889" fmla="*/ 3060092 h 4305008"/>
              <a:gd name="connsiteX890" fmla="*/ 1427534 w 5593163"/>
              <a:gd name="connsiteY890" fmla="*/ 3747690 h 4305008"/>
              <a:gd name="connsiteX891" fmla="*/ 1428040 w 5593163"/>
              <a:gd name="connsiteY891" fmla="*/ 3747753 h 4305008"/>
              <a:gd name="connsiteX892" fmla="*/ 1428580 w 5593163"/>
              <a:gd name="connsiteY892" fmla="*/ 3754390 h 4305008"/>
              <a:gd name="connsiteX893" fmla="*/ 1436044 w 5593163"/>
              <a:gd name="connsiteY893" fmla="*/ 3846121 h 4305008"/>
              <a:gd name="connsiteX894" fmla="*/ 1437415 w 5593163"/>
              <a:gd name="connsiteY894" fmla="*/ 3862969 h 4305008"/>
              <a:gd name="connsiteX895" fmla="*/ 1436822 w 5593163"/>
              <a:gd name="connsiteY895" fmla="*/ 3874319 h 4305008"/>
              <a:gd name="connsiteX896" fmla="*/ 1436323 w 5593163"/>
              <a:gd name="connsiteY896" fmla="*/ 3874286 h 4305008"/>
              <a:gd name="connsiteX897" fmla="*/ 1436297 w 5593163"/>
              <a:gd name="connsiteY897" fmla="*/ 3874777 h 4305008"/>
              <a:gd name="connsiteX898" fmla="*/ 1419178 w 5593163"/>
              <a:gd name="connsiteY898" fmla="*/ 3873164 h 4305008"/>
              <a:gd name="connsiteX899" fmla="*/ 1323752 w 5593163"/>
              <a:gd name="connsiteY899" fmla="*/ 3864173 h 4305008"/>
              <a:gd name="connsiteX900" fmla="*/ 1307535 w 5593163"/>
              <a:gd name="connsiteY900" fmla="*/ 3862645 h 4305008"/>
              <a:gd name="connsiteX901" fmla="*/ 1307419 w 5593163"/>
              <a:gd name="connsiteY901" fmla="*/ 3861506 h 4305008"/>
              <a:gd name="connsiteX902" fmla="*/ 617253 w 5593163"/>
              <a:gd name="connsiteY902" fmla="*/ 3173908 h 4305008"/>
              <a:gd name="connsiteX903" fmla="*/ 616748 w 5593163"/>
              <a:gd name="connsiteY903" fmla="*/ 3173846 h 4305008"/>
              <a:gd name="connsiteX904" fmla="*/ 616209 w 5593163"/>
              <a:gd name="connsiteY904" fmla="*/ 3167222 h 4305008"/>
              <a:gd name="connsiteX905" fmla="*/ 608742 w 5593163"/>
              <a:gd name="connsiteY905" fmla="*/ 3075472 h 4305008"/>
              <a:gd name="connsiteX906" fmla="*/ 607372 w 5593163"/>
              <a:gd name="connsiteY906" fmla="*/ 3058630 h 4305008"/>
              <a:gd name="connsiteX907" fmla="*/ 0 w 5593163"/>
              <a:gd name="connsiteY907" fmla="*/ 116373 h 4305008"/>
              <a:gd name="connsiteX908" fmla="*/ 0 w 5593163"/>
              <a:gd name="connsiteY908" fmla="*/ 0 h 4305008"/>
              <a:gd name="connsiteX909" fmla="*/ 90880 w 5593163"/>
              <a:gd name="connsiteY909" fmla="*/ 0 h 4305008"/>
              <a:gd name="connsiteX910" fmla="*/ 22652 w 5593163"/>
              <a:gd name="connsiteY910" fmla="*/ 76659 h 4305008"/>
              <a:gd name="connsiteX911" fmla="*/ 0 w 5593163"/>
              <a:gd name="connsiteY911" fmla="*/ 443121 h 4305008"/>
              <a:gd name="connsiteX912" fmla="*/ 0 w 5593163"/>
              <a:gd name="connsiteY912" fmla="*/ 311637 h 4305008"/>
              <a:gd name="connsiteX913" fmla="*/ 82171 w 5593163"/>
              <a:gd name="connsiteY913" fmla="*/ 276703 h 4305008"/>
              <a:gd name="connsiteX914" fmla="*/ 348118 w 5593163"/>
              <a:gd name="connsiteY914" fmla="*/ 44350 h 4305008"/>
              <a:gd name="connsiteX915" fmla="*/ 370347 w 5593163"/>
              <a:gd name="connsiteY915" fmla="*/ 0 h 4305008"/>
              <a:gd name="connsiteX916" fmla="*/ 518984 w 5593163"/>
              <a:gd name="connsiteY916" fmla="*/ 0 h 4305008"/>
              <a:gd name="connsiteX917" fmla="*/ 467145 w 5593163"/>
              <a:gd name="connsiteY917" fmla="*/ 95636 h 4305008"/>
              <a:gd name="connsiteX918" fmla="*/ 13323 w 5593163"/>
              <a:gd name="connsiteY918" fmla="*/ 439959 h 4305008"/>
              <a:gd name="connsiteX919" fmla="*/ 0 w 5593163"/>
              <a:gd name="connsiteY919" fmla="*/ 1070142 h 4305008"/>
              <a:gd name="connsiteX920" fmla="*/ 0 w 5593163"/>
              <a:gd name="connsiteY920" fmla="*/ 862064 h 4305008"/>
              <a:gd name="connsiteX921" fmla="*/ 31905 w 5593163"/>
              <a:gd name="connsiteY921" fmla="*/ 912052 h 4305008"/>
              <a:gd name="connsiteX922" fmla="*/ 452455 w 5593163"/>
              <a:gd name="connsiteY922" fmla="*/ 1181049 h 4305008"/>
              <a:gd name="connsiteX923" fmla="*/ 9316 w 5593163"/>
              <a:gd name="connsiteY923" fmla="*/ 665484 h 4305008"/>
              <a:gd name="connsiteX924" fmla="*/ 0 w 5593163"/>
              <a:gd name="connsiteY924" fmla="*/ 662760 h 4305008"/>
              <a:gd name="connsiteX925" fmla="*/ 0 w 5593163"/>
              <a:gd name="connsiteY925" fmla="*/ 530567 h 4305008"/>
              <a:gd name="connsiteX926" fmla="*/ 26399 w 5593163"/>
              <a:gd name="connsiteY926" fmla="*/ 537107 h 4305008"/>
              <a:gd name="connsiteX927" fmla="*/ 585941 w 5593163"/>
              <a:gd name="connsiteY927" fmla="*/ 1197788 h 4305008"/>
              <a:gd name="connsiteX928" fmla="*/ 586447 w 5593163"/>
              <a:gd name="connsiteY928" fmla="*/ 1197851 h 4305008"/>
              <a:gd name="connsiteX929" fmla="*/ 586987 w 5593163"/>
              <a:gd name="connsiteY929" fmla="*/ 1204541 h 4305008"/>
              <a:gd name="connsiteX930" fmla="*/ 594451 w 5593163"/>
              <a:gd name="connsiteY930" fmla="*/ 1296998 h 4305008"/>
              <a:gd name="connsiteX931" fmla="*/ 595822 w 5593163"/>
              <a:gd name="connsiteY931" fmla="*/ 1313979 h 4305008"/>
              <a:gd name="connsiteX932" fmla="*/ 595229 w 5593163"/>
              <a:gd name="connsiteY932" fmla="*/ 1325419 h 4305008"/>
              <a:gd name="connsiteX933" fmla="*/ 594730 w 5593163"/>
              <a:gd name="connsiteY933" fmla="*/ 1325386 h 4305008"/>
              <a:gd name="connsiteX934" fmla="*/ 594704 w 5593163"/>
              <a:gd name="connsiteY934" fmla="*/ 1325881 h 4305008"/>
              <a:gd name="connsiteX935" fmla="*/ 577585 w 5593163"/>
              <a:gd name="connsiteY935" fmla="*/ 1324255 h 4305008"/>
              <a:gd name="connsiteX936" fmla="*/ 482159 w 5593163"/>
              <a:gd name="connsiteY936" fmla="*/ 1315193 h 4305008"/>
              <a:gd name="connsiteX937" fmla="*/ 465942 w 5593163"/>
              <a:gd name="connsiteY937" fmla="*/ 1313653 h 4305008"/>
              <a:gd name="connsiteX938" fmla="*/ 465826 w 5593163"/>
              <a:gd name="connsiteY938" fmla="*/ 1312505 h 4305008"/>
              <a:gd name="connsiteX939" fmla="*/ 5028 w 5593163"/>
              <a:gd name="connsiteY939" fmla="*/ 1076034 h 4305008"/>
              <a:gd name="connsiteX940" fmla="*/ 0 w 5593163"/>
              <a:gd name="connsiteY940" fmla="*/ 2139063 h 4305008"/>
              <a:gd name="connsiteX941" fmla="*/ 0 w 5593163"/>
              <a:gd name="connsiteY941" fmla="*/ 2007909 h 4305008"/>
              <a:gd name="connsiteX942" fmla="*/ 9314 w 5593163"/>
              <a:gd name="connsiteY942" fmla="*/ 2005207 h 4305008"/>
              <a:gd name="connsiteX943" fmla="*/ 452453 w 5593163"/>
              <a:gd name="connsiteY943" fmla="*/ 1493690 h 4305008"/>
              <a:gd name="connsiteX944" fmla="*/ 31903 w 5593163"/>
              <a:gd name="connsiteY944" fmla="*/ 1760575 h 4305008"/>
              <a:gd name="connsiteX945" fmla="*/ 0 w 5593163"/>
              <a:gd name="connsiteY945" fmla="*/ 1810167 h 4305008"/>
              <a:gd name="connsiteX946" fmla="*/ 0 w 5593163"/>
              <a:gd name="connsiteY946" fmla="*/ 1603724 h 4305008"/>
              <a:gd name="connsiteX947" fmla="*/ 5025 w 5593163"/>
              <a:gd name="connsiteY947" fmla="*/ 1597880 h 4305008"/>
              <a:gd name="connsiteX948" fmla="*/ 465823 w 5593163"/>
              <a:gd name="connsiteY948" fmla="*/ 1363267 h 4305008"/>
              <a:gd name="connsiteX949" fmla="*/ 465940 w 5593163"/>
              <a:gd name="connsiteY949" fmla="*/ 1362128 h 4305008"/>
              <a:gd name="connsiteX950" fmla="*/ 482153 w 5593163"/>
              <a:gd name="connsiteY950" fmla="*/ 1360601 h 4305008"/>
              <a:gd name="connsiteX951" fmla="*/ 577614 w 5593163"/>
              <a:gd name="connsiteY951" fmla="*/ 1351607 h 4305008"/>
              <a:gd name="connsiteX952" fmla="*/ 594702 w 5593163"/>
              <a:gd name="connsiteY952" fmla="*/ 1349997 h 4305008"/>
              <a:gd name="connsiteX953" fmla="*/ 594728 w 5593163"/>
              <a:gd name="connsiteY953" fmla="*/ 1350487 h 4305008"/>
              <a:gd name="connsiteX954" fmla="*/ 595226 w 5593163"/>
              <a:gd name="connsiteY954" fmla="*/ 1350455 h 4305008"/>
              <a:gd name="connsiteX955" fmla="*/ 595820 w 5593163"/>
              <a:gd name="connsiteY955" fmla="*/ 1361805 h 4305008"/>
              <a:gd name="connsiteX956" fmla="*/ 594449 w 5593163"/>
              <a:gd name="connsiteY956" fmla="*/ 1378647 h 4305008"/>
              <a:gd name="connsiteX957" fmla="*/ 586982 w 5593163"/>
              <a:gd name="connsiteY957" fmla="*/ 1470397 h 4305008"/>
              <a:gd name="connsiteX958" fmla="*/ 586444 w 5593163"/>
              <a:gd name="connsiteY958" fmla="*/ 1477021 h 4305008"/>
              <a:gd name="connsiteX959" fmla="*/ 585938 w 5593163"/>
              <a:gd name="connsiteY959" fmla="*/ 1477083 h 4305008"/>
              <a:gd name="connsiteX960" fmla="*/ 26396 w 5593163"/>
              <a:gd name="connsiteY960" fmla="*/ 2132575 h 4305008"/>
              <a:gd name="connsiteX961" fmla="*/ 0 w 5593163"/>
              <a:gd name="connsiteY961" fmla="*/ 2766967 h 4305008"/>
              <a:gd name="connsiteX962" fmla="*/ 0 w 5593163"/>
              <a:gd name="connsiteY962" fmla="*/ 2558889 h 4305008"/>
              <a:gd name="connsiteX963" fmla="*/ 31905 w 5593163"/>
              <a:gd name="connsiteY963" fmla="*/ 2608877 h 4305008"/>
              <a:gd name="connsiteX964" fmla="*/ 452455 w 5593163"/>
              <a:gd name="connsiteY964" fmla="*/ 2877874 h 4305008"/>
              <a:gd name="connsiteX965" fmla="*/ 9316 w 5593163"/>
              <a:gd name="connsiteY965" fmla="*/ 2362309 h 4305008"/>
              <a:gd name="connsiteX966" fmla="*/ 0 w 5593163"/>
              <a:gd name="connsiteY966" fmla="*/ 2359585 h 4305008"/>
              <a:gd name="connsiteX967" fmla="*/ 0 w 5593163"/>
              <a:gd name="connsiteY967" fmla="*/ 2227392 h 4305008"/>
              <a:gd name="connsiteX968" fmla="*/ 26399 w 5593163"/>
              <a:gd name="connsiteY968" fmla="*/ 2233932 h 4305008"/>
              <a:gd name="connsiteX969" fmla="*/ 585941 w 5593163"/>
              <a:gd name="connsiteY969" fmla="*/ 2894613 h 4305008"/>
              <a:gd name="connsiteX970" fmla="*/ 586447 w 5593163"/>
              <a:gd name="connsiteY970" fmla="*/ 2894676 h 4305008"/>
              <a:gd name="connsiteX971" fmla="*/ 586987 w 5593163"/>
              <a:gd name="connsiteY971" fmla="*/ 2901366 h 4305008"/>
              <a:gd name="connsiteX972" fmla="*/ 594451 w 5593163"/>
              <a:gd name="connsiteY972" fmla="*/ 2993823 h 4305008"/>
              <a:gd name="connsiteX973" fmla="*/ 595822 w 5593163"/>
              <a:gd name="connsiteY973" fmla="*/ 3010804 h 4305008"/>
              <a:gd name="connsiteX974" fmla="*/ 595229 w 5593163"/>
              <a:gd name="connsiteY974" fmla="*/ 3022244 h 4305008"/>
              <a:gd name="connsiteX975" fmla="*/ 594730 w 5593163"/>
              <a:gd name="connsiteY975" fmla="*/ 3022211 h 4305008"/>
              <a:gd name="connsiteX976" fmla="*/ 594704 w 5593163"/>
              <a:gd name="connsiteY976" fmla="*/ 3022706 h 4305008"/>
              <a:gd name="connsiteX977" fmla="*/ 577585 w 5593163"/>
              <a:gd name="connsiteY977" fmla="*/ 3021080 h 4305008"/>
              <a:gd name="connsiteX978" fmla="*/ 482159 w 5593163"/>
              <a:gd name="connsiteY978" fmla="*/ 3012018 h 4305008"/>
              <a:gd name="connsiteX979" fmla="*/ 465942 w 5593163"/>
              <a:gd name="connsiteY979" fmla="*/ 3010478 h 4305008"/>
              <a:gd name="connsiteX980" fmla="*/ 465826 w 5593163"/>
              <a:gd name="connsiteY980" fmla="*/ 3009330 h 4305008"/>
              <a:gd name="connsiteX981" fmla="*/ 5028 w 5593163"/>
              <a:gd name="connsiteY981" fmla="*/ 2772859 h 4305008"/>
              <a:gd name="connsiteX982" fmla="*/ 0 w 5593163"/>
              <a:gd name="connsiteY982" fmla="*/ 3835888 h 4305008"/>
              <a:gd name="connsiteX983" fmla="*/ 0 w 5593163"/>
              <a:gd name="connsiteY983" fmla="*/ 3704734 h 4305008"/>
              <a:gd name="connsiteX984" fmla="*/ 9314 w 5593163"/>
              <a:gd name="connsiteY984" fmla="*/ 3702032 h 4305008"/>
              <a:gd name="connsiteX985" fmla="*/ 452453 w 5593163"/>
              <a:gd name="connsiteY985" fmla="*/ 3190516 h 4305008"/>
              <a:gd name="connsiteX986" fmla="*/ 31903 w 5593163"/>
              <a:gd name="connsiteY986" fmla="*/ 3457400 h 4305008"/>
              <a:gd name="connsiteX987" fmla="*/ 0 w 5593163"/>
              <a:gd name="connsiteY987" fmla="*/ 3506992 h 4305008"/>
              <a:gd name="connsiteX988" fmla="*/ 0 w 5593163"/>
              <a:gd name="connsiteY988" fmla="*/ 3300549 h 4305008"/>
              <a:gd name="connsiteX989" fmla="*/ 5025 w 5593163"/>
              <a:gd name="connsiteY989" fmla="*/ 3294705 h 4305008"/>
              <a:gd name="connsiteX990" fmla="*/ 465823 w 5593163"/>
              <a:gd name="connsiteY990" fmla="*/ 3060092 h 4305008"/>
              <a:gd name="connsiteX991" fmla="*/ 465940 w 5593163"/>
              <a:gd name="connsiteY991" fmla="*/ 3058953 h 4305008"/>
              <a:gd name="connsiteX992" fmla="*/ 482153 w 5593163"/>
              <a:gd name="connsiteY992" fmla="*/ 3057426 h 4305008"/>
              <a:gd name="connsiteX993" fmla="*/ 577614 w 5593163"/>
              <a:gd name="connsiteY993" fmla="*/ 3048432 h 4305008"/>
              <a:gd name="connsiteX994" fmla="*/ 594702 w 5593163"/>
              <a:gd name="connsiteY994" fmla="*/ 3046822 h 4305008"/>
              <a:gd name="connsiteX995" fmla="*/ 594728 w 5593163"/>
              <a:gd name="connsiteY995" fmla="*/ 3047312 h 4305008"/>
              <a:gd name="connsiteX996" fmla="*/ 595226 w 5593163"/>
              <a:gd name="connsiteY996" fmla="*/ 3047280 h 4305008"/>
              <a:gd name="connsiteX997" fmla="*/ 595820 w 5593163"/>
              <a:gd name="connsiteY997" fmla="*/ 3058630 h 4305008"/>
              <a:gd name="connsiteX998" fmla="*/ 594449 w 5593163"/>
              <a:gd name="connsiteY998" fmla="*/ 3075472 h 4305008"/>
              <a:gd name="connsiteX999" fmla="*/ 586982 w 5593163"/>
              <a:gd name="connsiteY999" fmla="*/ 3167222 h 4305008"/>
              <a:gd name="connsiteX1000" fmla="*/ 586444 w 5593163"/>
              <a:gd name="connsiteY1000" fmla="*/ 3173846 h 4305008"/>
              <a:gd name="connsiteX1001" fmla="*/ 585938 w 5593163"/>
              <a:gd name="connsiteY1001" fmla="*/ 3173908 h 4305008"/>
              <a:gd name="connsiteX1002" fmla="*/ 26396 w 5593163"/>
              <a:gd name="connsiteY1002" fmla="*/ 3829400 h 4305008"/>
              <a:gd name="connsiteX1003" fmla="*/ 0 w 5593163"/>
              <a:gd name="connsiteY1003" fmla="*/ 4056079 h 4305008"/>
              <a:gd name="connsiteX1004" fmla="*/ 0 w 5593163"/>
              <a:gd name="connsiteY1004" fmla="*/ 3923091 h 4305008"/>
              <a:gd name="connsiteX1005" fmla="*/ 9850 w 5593163"/>
              <a:gd name="connsiteY1005" fmla="*/ 3925425 h 4305008"/>
              <a:gd name="connsiteX1006" fmla="*/ 456028 w 5593163"/>
              <a:gd name="connsiteY1006" fmla="*/ 4255797 h 4305008"/>
              <a:gd name="connsiteX1007" fmla="*/ 484473 w 5593163"/>
              <a:gd name="connsiteY1007" fmla="*/ 4305008 h 4305008"/>
              <a:gd name="connsiteX1008" fmla="*/ 333423 w 5593163"/>
              <a:gd name="connsiteY1008" fmla="*/ 4305008 h 4305008"/>
              <a:gd name="connsiteX1009" fmla="*/ 281300 w 5593163"/>
              <a:gd name="connsiteY1009" fmla="*/ 4241205 h 4305008"/>
              <a:gd name="connsiteX1010" fmla="*/ 75476 w 5593163"/>
              <a:gd name="connsiteY1010" fmla="*/ 4087725 h 4305008"/>
              <a:gd name="connsiteX1011" fmla="*/ 0 w 5593163"/>
              <a:gd name="connsiteY1011" fmla="*/ 4305008 h 4305008"/>
              <a:gd name="connsiteX1012" fmla="*/ 0 w 5593163"/>
              <a:gd name="connsiteY1012" fmla="*/ 4256099 h 4305008"/>
              <a:gd name="connsiteX1013" fmla="*/ 8327 w 5593163"/>
              <a:gd name="connsiteY1013" fmla="*/ 4271827 h 4305008"/>
              <a:gd name="connsiteX1014" fmla="*/ 35009 w 5593163"/>
              <a:gd name="connsiteY1014" fmla="*/ 4305008 h 4305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</a:cxnLst>
            <a:rect l="l" t="t" r="r" b="b"/>
            <a:pathLst>
              <a:path w="5593163" h="4305008">
                <a:moveTo>
                  <a:pt x="4985599" y="636203"/>
                </a:moveTo>
                <a:cubicBezTo>
                  <a:pt x="5038875" y="907109"/>
                  <a:pt x="5253718" y="1121906"/>
                  <a:pt x="5528908" y="1181049"/>
                </a:cubicBezTo>
                <a:cubicBezTo>
                  <a:pt x="5475633" y="910143"/>
                  <a:pt x="5260789" y="695346"/>
                  <a:pt x="4985599" y="636203"/>
                </a:cubicBezTo>
                <a:close/>
                <a:moveTo>
                  <a:pt x="4985599" y="2333028"/>
                </a:moveTo>
                <a:cubicBezTo>
                  <a:pt x="5038875" y="2603934"/>
                  <a:pt x="5253718" y="2818731"/>
                  <a:pt x="5528908" y="2877874"/>
                </a:cubicBezTo>
                <a:cubicBezTo>
                  <a:pt x="5475633" y="2606968"/>
                  <a:pt x="5260789" y="2392171"/>
                  <a:pt x="4985599" y="2333028"/>
                </a:cubicBezTo>
                <a:close/>
                <a:moveTo>
                  <a:pt x="4985597" y="2034258"/>
                </a:moveTo>
                <a:cubicBezTo>
                  <a:pt x="5260787" y="1975579"/>
                  <a:pt x="5475630" y="1762469"/>
                  <a:pt x="5528906" y="1493690"/>
                </a:cubicBezTo>
                <a:cubicBezTo>
                  <a:pt x="5253716" y="1552369"/>
                  <a:pt x="5038872" y="1765479"/>
                  <a:pt x="4985597" y="2034258"/>
                </a:cubicBezTo>
                <a:close/>
                <a:moveTo>
                  <a:pt x="4985597" y="3731083"/>
                </a:moveTo>
                <a:cubicBezTo>
                  <a:pt x="5260787" y="3672404"/>
                  <a:pt x="5475630" y="3459294"/>
                  <a:pt x="5528906" y="3190516"/>
                </a:cubicBezTo>
                <a:cubicBezTo>
                  <a:pt x="5253716" y="3249194"/>
                  <a:pt x="5038872" y="3462304"/>
                  <a:pt x="4985597" y="3731083"/>
                </a:cubicBezTo>
                <a:close/>
                <a:moveTo>
                  <a:pt x="4842232" y="503273"/>
                </a:moveTo>
                <a:lnTo>
                  <a:pt x="4842826" y="491833"/>
                </a:lnTo>
                <a:lnTo>
                  <a:pt x="4843324" y="491866"/>
                </a:lnTo>
                <a:lnTo>
                  <a:pt x="4843350" y="491372"/>
                </a:lnTo>
                <a:lnTo>
                  <a:pt x="4860437" y="492995"/>
                </a:lnTo>
                <a:cubicBezTo>
                  <a:pt x="4892823" y="493522"/>
                  <a:pt x="4924716" y="496503"/>
                  <a:pt x="4955899" y="502060"/>
                </a:cubicBezTo>
                <a:cubicBezTo>
                  <a:pt x="4961475" y="501641"/>
                  <a:pt x="4966803" y="502589"/>
                  <a:pt x="4972112" y="503599"/>
                </a:cubicBezTo>
                <a:lnTo>
                  <a:pt x="4972229" y="504747"/>
                </a:lnTo>
                <a:cubicBezTo>
                  <a:pt x="5241367" y="549296"/>
                  <a:pt x="5466735" y="718370"/>
                  <a:pt x="5583809" y="948988"/>
                </a:cubicBezTo>
                <a:lnTo>
                  <a:pt x="5593163" y="971822"/>
                </a:lnTo>
                <a:lnTo>
                  <a:pt x="5593163" y="1318474"/>
                </a:lnTo>
                <a:lnTo>
                  <a:pt x="5558612" y="1315193"/>
                </a:lnTo>
                <a:cubicBezTo>
                  <a:pt x="5553035" y="1315612"/>
                  <a:pt x="5547706" y="1314664"/>
                  <a:pt x="5542395" y="1313653"/>
                </a:cubicBezTo>
                <a:lnTo>
                  <a:pt x="5542279" y="1312505"/>
                </a:lnTo>
                <a:cubicBezTo>
                  <a:pt x="5183428" y="1253106"/>
                  <a:pt x="4902389" y="972329"/>
                  <a:pt x="4852114" y="619464"/>
                </a:cubicBezTo>
                <a:cubicBezTo>
                  <a:pt x="4851946" y="619411"/>
                  <a:pt x="4851778" y="619406"/>
                  <a:pt x="4851608" y="619401"/>
                </a:cubicBezTo>
                <a:lnTo>
                  <a:pt x="4851070" y="612725"/>
                </a:lnTo>
                <a:cubicBezTo>
                  <a:pt x="4846011" y="582475"/>
                  <a:pt x="4843560" y="551584"/>
                  <a:pt x="4843603" y="520249"/>
                </a:cubicBezTo>
                <a:cubicBezTo>
                  <a:pt x="4842291" y="514621"/>
                  <a:pt x="4842232" y="508954"/>
                  <a:pt x="4842232" y="503273"/>
                </a:cubicBezTo>
                <a:close/>
                <a:moveTo>
                  <a:pt x="4842232" y="2200098"/>
                </a:moveTo>
                <a:lnTo>
                  <a:pt x="4842826" y="2188658"/>
                </a:lnTo>
                <a:lnTo>
                  <a:pt x="4843324" y="2188691"/>
                </a:lnTo>
                <a:lnTo>
                  <a:pt x="4843350" y="2188197"/>
                </a:lnTo>
                <a:lnTo>
                  <a:pt x="4860437" y="2189820"/>
                </a:lnTo>
                <a:cubicBezTo>
                  <a:pt x="4892823" y="2190347"/>
                  <a:pt x="4924716" y="2193328"/>
                  <a:pt x="4955899" y="2198885"/>
                </a:cubicBezTo>
                <a:cubicBezTo>
                  <a:pt x="4961475" y="2198466"/>
                  <a:pt x="4966803" y="2199414"/>
                  <a:pt x="4972112" y="2200424"/>
                </a:cubicBezTo>
                <a:lnTo>
                  <a:pt x="4972229" y="2201572"/>
                </a:lnTo>
                <a:cubicBezTo>
                  <a:pt x="5241367" y="2246121"/>
                  <a:pt x="5466735" y="2415195"/>
                  <a:pt x="5583809" y="2645813"/>
                </a:cubicBezTo>
                <a:lnTo>
                  <a:pt x="5593163" y="2668647"/>
                </a:lnTo>
                <a:lnTo>
                  <a:pt x="5593163" y="3015299"/>
                </a:lnTo>
                <a:lnTo>
                  <a:pt x="5558612" y="3012018"/>
                </a:lnTo>
                <a:cubicBezTo>
                  <a:pt x="5553035" y="3012437"/>
                  <a:pt x="5547706" y="3011489"/>
                  <a:pt x="5542395" y="3010478"/>
                </a:cubicBezTo>
                <a:lnTo>
                  <a:pt x="5542279" y="3009330"/>
                </a:lnTo>
                <a:cubicBezTo>
                  <a:pt x="5183428" y="2949931"/>
                  <a:pt x="4902389" y="2669154"/>
                  <a:pt x="4852114" y="2316289"/>
                </a:cubicBezTo>
                <a:cubicBezTo>
                  <a:pt x="4851946" y="2316236"/>
                  <a:pt x="4851778" y="2316231"/>
                  <a:pt x="4851608" y="2316226"/>
                </a:cubicBezTo>
                <a:lnTo>
                  <a:pt x="4851070" y="2309550"/>
                </a:lnTo>
                <a:cubicBezTo>
                  <a:pt x="4846011" y="2279300"/>
                  <a:pt x="4843560" y="2248409"/>
                  <a:pt x="4843603" y="2217074"/>
                </a:cubicBezTo>
                <a:cubicBezTo>
                  <a:pt x="4842291" y="2211446"/>
                  <a:pt x="4842232" y="2205779"/>
                  <a:pt x="4842232" y="2200098"/>
                </a:cubicBezTo>
                <a:close/>
                <a:moveTo>
                  <a:pt x="4842232" y="3896923"/>
                </a:moveTo>
                <a:lnTo>
                  <a:pt x="4842826" y="3885483"/>
                </a:lnTo>
                <a:lnTo>
                  <a:pt x="4843324" y="3885516"/>
                </a:lnTo>
                <a:lnTo>
                  <a:pt x="4843350" y="3885022"/>
                </a:lnTo>
                <a:lnTo>
                  <a:pt x="4860437" y="3886645"/>
                </a:lnTo>
                <a:cubicBezTo>
                  <a:pt x="4892823" y="3887172"/>
                  <a:pt x="4924716" y="3890153"/>
                  <a:pt x="4955899" y="3895710"/>
                </a:cubicBezTo>
                <a:cubicBezTo>
                  <a:pt x="4961475" y="3895291"/>
                  <a:pt x="4966803" y="3896239"/>
                  <a:pt x="4972112" y="3897249"/>
                </a:cubicBezTo>
                <a:lnTo>
                  <a:pt x="4972229" y="3898397"/>
                </a:lnTo>
                <a:cubicBezTo>
                  <a:pt x="5206288" y="3937139"/>
                  <a:pt x="5407245" y="4070062"/>
                  <a:pt x="5532481" y="4255797"/>
                </a:cubicBezTo>
                <a:lnTo>
                  <a:pt x="5560926" y="4305008"/>
                </a:lnTo>
                <a:lnTo>
                  <a:pt x="5409877" y="4305008"/>
                </a:lnTo>
                <a:lnTo>
                  <a:pt x="5357754" y="4241205"/>
                </a:lnTo>
                <a:cubicBezTo>
                  <a:pt x="5261058" y="4136681"/>
                  <a:pt x="5131850" y="4061285"/>
                  <a:pt x="4985599" y="4029853"/>
                </a:cubicBezTo>
                <a:cubicBezTo>
                  <a:pt x="5002846" y="4117553"/>
                  <a:pt x="5037026" y="4199373"/>
                  <a:pt x="5084780" y="4271827"/>
                </a:cubicBezTo>
                <a:lnTo>
                  <a:pt x="5111462" y="4305008"/>
                </a:lnTo>
                <a:lnTo>
                  <a:pt x="4957353" y="4305008"/>
                </a:lnTo>
                <a:lnTo>
                  <a:pt x="4927231" y="4254710"/>
                </a:lnTo>
                <a:cubicBezTo>
                  <a:pt x="4890029" y="4179889"/>
                  <a:pt x="4864297" y="4098618"/>
                  <a:pt x="4852114" y="4013114"/>
                </a:cubicBezTo>
                <a:cubicBezTo>
                  <a:pt x="4851946" y="4013061"/>
                  <a:pt x="4851778" y="4013056"/>
                  <a:pt x="4851608" y="4013051"/>
                </a:cubicBezTo>
                <a:lnTo>
                  <a:pt x="4851070" y="4006375"/>
                </a:lnTo>
                <a:cubicBezTo>
                  <a:pt x="4846011" y="3976125"/>
                  <a:pt x="4843560" y="3945234"/>
                  <a:pt x="4843603" y="3913899"/>
                </a:cubicBezTo>
                <a:cubicBezTo>
                  <a:pt x="4842291" y="3908271"/>
                  <a:pt x="4842232" y="3902604"/>
                  <a:pt x="4842232" y="3896923"/>
                </a:cubicBezTo>
                <a:close/>
                <a:moveTo>
                  <a:pt x="4842230" y="469318"/>
                </a:moveTo>
                <a:cubicBezTo>
                  <a:pt x="4842230" y="463681"/>
                  <a:pt x="4842289" y="458057"/>
                  <a:pt x="4843601" y="452471"/>
                </a:cubicBezTo>
                <a:cubicBezTo>
                  <a:pt x="4843558" y="421389"/>
                  <a:pt x="4846008" y="390746"/>
                  <a:pt x="4851065" y="360740"/>
                </a:cubicBezTo>
                <a:lnTo>
                  <a:pt x="4851605" y="354103"/>
                </a:lnTo>
                <a:cubicBezTo>
                  <a:pt x="4851774" y="354098"/>
                  <a:pt x="4851943" y="354093"/>
                  <a:pt x="4852110" y="354040"/>
                </a:cubicBezTo>
                <a:cubicBezTo>
                  <a:pt x="4865262" y="262463"/>
                  <a:pt x="4894203" y="175780"/>
                  <a:pt x="4936323" y="96778"/>
                </a:cubicBezTo>
                <a:lnTo>
                  <a:pt x="4998957" y="0"/>
                </a:lnTo>
                <a:lnTo>
                  <a:pt x="5167333" y="0"/>
                </a:lnTo>
                <a:lnTo>
                  <a:pt x="5099105" y="76659"/>
                </a:lnTo>
                <a:cubicBezTo>
                  <a:pt x="5043838" y="153496"/>
                  <a:pt x="5004523" y="241952"/>
                  <a:pt x="4985597" y="337433"/>
                </a:cubicBezTo>
                <a:cubicBezTo>
                  <a:pt x="5168636" y="298404"/>
                  <a:pt x="5324978" y="191052"/>
                  <a:pt x="5424571" y="44350"/>
                </a:cubicBezTo>
                <a:lnTo>
                  <a:pt x="5446799" y="0"/>
                </a:lnTo>
                <a:lnTo>
                  <a:pt x="5593163" y="0"/>
                </a:lnTo>
                <a:lnTo>
                  <a:pt x="5593163" y="4197"/>
                </a:lnTo>
                <a:lnTo>
                  <a:pt x="5543598" y="95636"/>
                </a:lnTo>
                <a:cubicBezTo>
                  <a:pt x="5419825" y="289169"/>
                  <a:pt x="5213633" y="428211"/>
                  <a:pt x="4972226" y="467856"/>
                </a:cubicBezTo>
                <a:lnTo>
                  <a:pt x="4972110" y="468995"/>
                </a:lnTo>
                <a:cubicBezTo>
                  <a:pt x="4966799" y="469998"/>
                  <a:pt x="4961470" y="470939"/>
                  <a:pt x="4955893" y="470523"/>
                </a:cubicBezTo>
                <a:cubicBezTo>
                  <a:pt x="4924721" y="476033"/>
                  <a:pt x="4892841" y="478991"/>
                  <a:pt x="4860466" y="479514"/>
                </a:cubicBezTo>
                <a:lnTo>
                  <a:pt x="4843348" y="481127"/>
                </a:lnTo>
                <a:lnTo>
                  <a:pt x="4843322" y="480636"/>
                </a:lnTo>
                <a:lnTo>
                  <a:pt x="4842823" y="480669"/>
                </a:lnTo>
                <a:cubicBezTo>
                  <a:pt x="4842257" y="476896"/>
                  <a:pt x="4842230" y="473110"/>
                  <a:pt x="4842230" y="469318"/>
                </a:cubicBezTo>
                <a:close/>
                <a:moveTo>
                  <a:pt x="4842230" y="2166144"/>
                </a:moveTo>
                <a:cubicBezTo>
                  <a:pt x="4842230" y="2160506"/>
                  <a:pt x="4842289" y="2154882"/>
                  <a:pt x="4843601" y="2149296"/>
                </a:cubicBezTo>
                <a:cubicBezTo>
                  <a:pt x="4843558" y="2118214"/>
                  <a:pt x="4846008" y="2087572"/>
                  <a:pt x="4851065" y="2057565"/>
                </a:cubicBezTo>
                <a:lnTo>
                  <a:pt x="4851605" y="2050928"/>
                </a:lnTo>
                <a:cubicBezTo>
                  <a:pt x="4851774" y="2050923"/>
                  <a:pt x="4851943" y="2050918"/>
                  <a:pt x="4852110" y="2050865"/>
                </a:cubicBezTo>
                <a:cubicBezTo>
                  <a:pt x="4902387" y="1700770"/>
                  <a:pt x="5183426" y="1422199"/>
                  <a:pt x="5542276" y="1363267"/>
                </a:cubicBezTo>
                <a:lnTo>
                  <a:pt x="5542393" y="1362128"/>
                </a:lnTo>
                <a:cubicBezTo>
                  <a:pt x="5547702" y="1361126"/>
                  <a:pt x="5553030" y="1360185"/>
                  <a:pt x="5558606" y="1360601"/>
                </a:cubicBezTo>
                <a:lnTo>
                  <a:pt x="5593163" y="1357345"/>
                </a:lnTo>
                <a:lnTo>
                  <a:pt x="5593163" y="1701268"/>
                </a:lnTo>
                <a:lnTo>
                  <a:pt x="5583807" y="1723929"/>
                </a:lnTo>
                <a:cubicBezTo>
                  <a:pt x="5466733" y="1952736"/>
                  <a:pt x="5241364" y="2120482"/>
                  <a:pt x="4972226" y="2164681"/>
                </a:cubicBezTo>
                <a:lnTo>
                  <a:pt x="4972110" y="2165820"/>
                </a:lnTo>
                <a:cubicBezTo>
                  <a:pt x="4966799" y="2166823"/>
                  <a:pt x="4961470" y="2167764"/>
                  <a:pt x="4955893" y="2167348"/>
                </a:cubicBezTo>
                <a:cubicBezTo>
                  <a:pt x="4924721" y="2172858"/>
                  <a:pt x="4892841" y="2175816"/>
                  <a:pt x="4860466" y="2176339"/>
                </a:cubicBezTo>
                <a:lnTo>
                  <a:pt x="4843348" y="2177952"/>
                </a:lnTo>
                <a:lnTo>
                  <a:pt x="4843322" y="2177461"/>
                </a:lnTo>
                <a:lnTo>
                  <a:pt x="4842823" y="2177494"/>
                </a:lnTo>
                <a:cubicBezTo>
                  <a:pt x="4842257" y="2173722"/>
                  <a:pt x="4842230" y="2169936"/>
                  <a:pt x="4842230" y="2166144"/>
                </a:cubicBezTo>
                <a:close/>
                <a:moveTo>
                  <a:pt x="4842230" y="3862969"/>
                </a:moveTo>
                <a:cubicBezTo>
                  <a:pt x="4842230" y="3857331"/>
                  <a:pt x="4842289" y="3851707"/>
                  <a:pt x="4843601" y="3846121"/>
                </a:cubicBezTo>
                <a:cubicBezTo>
                  <a:pt x="4843558" y="3815039"/>
                  <a:pt x="4846008" y="3784397"/>
                  <a:pt x="4851065" y="3754390"/>
                </a:cubicBezTo>
                <a:lnTo>
                  <a:pt x="4851605" y="3747753"/>
                </a:lnTo>
                <a:cubicBezTo>
                  <a:pt x="4851774" y="3747748"/>
                  <a:pt x="4851943" y="3747743"/>
                  <a:pt x="4852110" y="3747690"/>
                </a:cubicBezTo>
                <a:cubicBezTo>
                  <a:pt x="4902387" y="3397595"/>
                  <a:pt x="5183426" y="3119024"/>
                  <a:pt x="5542276" y="3060092"/>
                </a:cubicBezTo>
                <a:lnTo>
                  <a:pt x="5542393" y="3058953"/>
                </a:lnTo>
                <a:cubicBezTo>
                  <a:pt x="5547702" y="3057951"/>
                  <a:pt x="5553030" y="3057010"/>
                  <a:pt x="5558606" y="3057426"/>
                </a:cubicBezTo>
                <a:lnTo>
                  <a:pt x="5593163" y="3054170"/>
                </a:lnTo>
                <a:lnTo>
                  <a:pt x="5593163" y="3398093"/>
                </a:lnTo>
                <a:lnTo>
                  <a:pt x="5583807" y="3420754"/>
                </a:lnTo>
                <a:cubicBezTo>
                  <a:pt x="5466733" y="3649560"/>
                  <a:pt x="5241364" y="3817307"/>
                  <a:pt x="4972226" y="3861506"/>
                </a:cubicBezTo>
                <a:lnTo>
                  <a:pt x="4972110" y="3862645"/>
                </a:lnTo>
                <a:cubicBezTo>
                  <a:pt x="4966799" y="3863648"/>
                  <a:pt x="4961470" y="3864589"/>
                  <a:pt x="4955893" y="3864173"/>
                </a:cubicBezTo>
                <a:cubicBezTo>
                  <a:pt x="4924721" y="3869683"/>
                  <a:pt x="4892841" y="3872641"/>
                  <a:pt x="4860466" y="3873164"/>
                </a:cubicBezTo>
                <a:lnTo>
                  <a:pt x="4843348" y="3874777"/>
                </a:lnTo>
                <a:lnTo>
                  <a:pt x="4843322" y="3874286"/>
                </a:lnTo>
                <a:lnTo>
                  <a:pt x="4842823" y="3874319"/>
                </a:lnTo>
                <a:cubicBezTo>
                  <a:pt x="4842257" y="3870547"/>
                  <a:pt x="4842230" y="3866761"/>
                  <a:pt x="4842230" y="3862969"/>
                </a:cubicBezTo>
                <a:close/>
                <a:moveTo>
                  <a:pt x="4135041" y="1181049"/>
                </a:moveTo>
                <a:cubicBezTo>
                  <a:pt x="4410231" y="1121906"/>
                  <a:pt x="4625074" y="907109"/>
                  <a:pt x="4678350" y="636203"/>
                </a:cubicBezTo>
                <a:cubicBezTo>
                  <a:pt x="4403160" y="695346"/>
                  <a:pt x="4188316" y="910143"/>
                  <a:pt x="4135041" y="1181049"/>
                </a:cubicBezTo>
                <a:close/>
                <a:moveTo>
                  <a:pt x="4135041" y="1493690"/>
                </a:moveTo>
                <a:cubicBezTo>
                  <a:pt x="4188317" y="1762469"/>
                  <a:pt x="4403160" y="1975579"/>
                  <a:pt x="4678350" y="2034258"/>
                </a:cubicBezTo>
                <a:cubicBezTo>
                  <a:pt x="4625075" y="1765479"/>
                  <a:pt x="4410231" y="1552369"/>
                  <a:pt x="4135041" y="1493690"/>
                </a:cubicBezTo>
                <a:close/>
                <a:moveTo>
                  <a:pt x="4135041" y="2877874"/>
                </a:moveTo>
                <a:cubicBezTo>
                  <a:pt x="4410231" y="2818731"/>
                  <a:pt x="4625074" y="2603934"/>
                  <a:pt x="4678350" y="2333028"/>
                </a:cubicBezTo>
                <a:cubicBezTo>
                  <a:pt x="4403160" y="2392171"/>
                  <a:pt x="4188316" y="2606968"/>
                  <a:pt x="4135041" y="2877874"/>
                </a:cubicBezTo>
                <a:close/>
                <a:moveTo>
                  <a:pt x="4135041" y="3190516"/>
                </a:moveTo>
                <a:cubicBezTo>
                  <a:pt x="4188317" y="3459294"/>
                  <a:pt x="4403160" y="3672404"/>
                  <a:pt x="4678350" y="3731083"/>
                </a:cubicBezTo>
                <a:cubicBezTo>
                  <a:pt x="4625075" y="3462304"/>
                  <a:pt x="4410231" y="3249194"/>
                  <a:pt x="4135041" y="3190516"/>
                </a:cubicBezTo>
                <a:close/>
                <a:moveTo>
                  <a:pt x="4103022" y="4305008"/>
                </a:moveTo>
                <a:lnTo>
                  <a:pt x="4131467" y="4255797"/>
                </a:lnTo>
                <a:cubicBezTo>
                  <a:pt x="4256704" y="4070062"/>
                  <a:pt x="4457661" y="3937139"/>
                  <a:pt x="4691720" y="3898397"/>
                </a:cubicBezTo>
                <a:lnTo>
                  <a:pt x="4691837" y="3897249"/>
                </a:lnTo>
                <a:cubicBezTo>
                  <a:pt x="4697146" y="3896239"/>
                  <a:pt x="4702474" y="3895291"/>
                  <a:pt x="4708050" y="3895710"/>
                </a:cubicBezTo>
                <a:cubicBezTo>
                  <a:pt x="4739233" y="3890153"/>
                  <a:pt x="4771126" y="3887172"/>
                  <a:pt x="4803512" y="3886645"/>
                </a:cubicBezTo>
                <a:lnTo>
                  <a:pt x="4820599" y="3885022"/>
                </a:lnTo>
                <a:lnTo>
                  <a:pt x="4820625" y="3885516"/>
                </a:lnTo>
                <a:lnTo>
                  <a:pt x="4821123" y="3885483"/>
                </a:lnTo>
                <a:lnTo>
                  <a:pt x="4821717" y="3896923"/>
                </a:lnTo>
                <a:cubicBezTo>
                  <a:pt x="4821717" y="3902604"/>
                  <a:pt x="4821658" y="3908271"/>
                  <a:pt x="4820346" y="3913899"/>
                </a:cubicBezTo>
                <a:cubicBezTo>
                  <a:pt x="4820389" y="3945234"/>
                  <a:pt x="4817938" y="3976125"/>
                  <a:pt x="4812879" y="4006375"/>
                </a:cubicBezTo>
                <a:lnTo>
                  <a:pt x="4812341" y="4013051"/>
                </a:lnTo>
                <a:cubicBezTo>
                  <a:pt x="4812171" y="4013056"/>
                  <a:pt x="4812003" y="4013061"/>
                  <a:pt x="4811835" y="4013114"/>
                </a:cubicBezTo>
                <a:cubicBezTo>
                  <a:pt x="4799653" y="4098618"/>
                  <a:pt x="4773921" y="4179889"/>
                  <a:pt x="4736718" y="4254710"/>
                </a:cubicBezTo>
                <a:lnTo>
                  <a:pt x="4706597" y="4305008"/>
                </a:lnTo>
                <a:lnTo>
                  <a:pt x="4552487" y="4305008"/>
                </a:lnTo>
                <a:lnTo>
                  <a:pt x="4579169" y="4271827"/>
                </a:lnTo>
                <a:cubicBezTo>
                  <a:pt x="4626924" y="4199373"/>
                  <a:pt x="4661103" y="4117553"/>
                  <a:pt x="4678350" y="4029853"/>
                </a:cubicBezTo>
                <a:cubicBezTo>
                  <a:pt x="4532099" y="4061285"/>
                  <a:pt x="4402892" y="4136681"/>
                  <a:pt x="4306196" y="4241205"/>
                </a:cubicBezTo>
                <a:lnTo>
                  <a:pt x="4254073" y="4305008"/>
                </a:lnTo>
                <a:close/>
                <a:moveTo>
                  <a:pt x="4068511" y="0"/>
                </a:moveTo>
                <a:lnTo>
                  <a:pt x="4217148" y="0"/>
                </a:lnTo>
                <a:lnTo>
                  <a:pt x="4239376" y="44350"/>
                </a:lnTo>
                <a:cubicBezTo>
                  <a:pt x="4338970" y="191052"/>
                  <a:pt x="4495311" y="298404"/>
                  <a:pt x="4678350" y="337433"/>
                </a:cubicBezTo>
                <a:cubicBezTo>
                  <a:pt x="4659425" y="241952"/>
                  <a:pt x="4620110" y="153496"/>
                  <a:pt x="4564842" y="76659"/>
                </a:cubicBezTo>
                <a:lnTo>
                  <a:pt x="4496615" y="0"/>
                </a:lnTo>
                <a:lnTo>
                  <a:pt x="4664989" y="0"/>
                </a:lnTo>
                <a:lnTo>
                  <a:pt x="4727623" y="96778"/>
                </a:lnTo>
                <a:cubicBezTo>
                  <a:pt x="4769744" y="175780"/>
                  <a:pt x="4798685" y="262463"/>
                  <a:pt x="4811836" y="354040"/>
                </a:cubicBezTo>
                <a:cubicBezTo>
                  <a:pt x="4812004" y="354093"/>
                  <a:pt x="4812173" y="354098"/>
                  <a:pt x="4812342" y="354103"/>
                </a:cubicBezTo>
                <a:lnTo>
                  <a:pt x="4812882" y="360740"/>
                </a:lnTo>
                <a:cubicBezTo>
                  <a:pt x="4817939" y="390746"/>
                  <a:pt x="4820389" y="421389"/>
                  <a:pt x="4820346" y="452471"/>
                </a:cubicBezTo>
                <a:cubicBezTo>
                  <a:pt x="4821658" y="458057"/>
                  <a:pt x="4821717" y="463681"/>
                  <a:pt x="4821717" y="469318"/>
                </a:cubicBezTo>
                <a:cubicBezTo>
                  <a:pt x="4821717" y="473110"/>
                  <a:pt x="4821690" y="476896"/>
                  <a:pt x="4821124" y="480669"/>
                </a:cubicBezTo>
                <a:lnTo>
                  <a:pt x="4820625" y="480636"/>
                </a:lnTo>
                <a:lnTo>
                  <a:pt x="4820599" y="481127"/>
                </a:lnTo>
                <a:lnTo>
                  <a:pt x="4803481" y="479514"/>
                </a:lnTo>
                <a:cubicBezTo>
                  <a:pt x="4771106" y="478991"/>
                  <a:pt x="4739226" y="476033"/>
                  <a:pt x="4708054" y="470523"/>
                </a:cubicBezTo>
                <a:cubicBezTo>
                  <a:pt x="4702477" y="470939"/>
                  <a:pt x="4697148" y="469998"/>
                  <a:pt x="4691837" y="468995"/>
                </a:cubicBezTo>
                <a:lnTo>
                  <a:pt x="4691721" y="467856"/>
                </a:lnTo>
                <a:cubicBezTo>
                  <a:pt x="4450315" y="428211"/>
                  <a:pt x="4244123" y="289169"/>
                  <a:pt x="4120350" y="95636"/>
                </a:cubicBezTo>
                <a:close/>
                <a:moveTo>
                  <a:pt x="3991674" y="1313979"/>
                </a:moveTo>
                <a:cubicBezTo>
                  <a:pt x="3991674" y="1308297"/>
                  <a:pt x="3991733" y="1302628"/>
                  <a:pt x="3993045" y="1296998"/>
                </a:cubicBezTo>
                <a:cubicBezTo>
                  <a:pt x="3993003" y="1265670"/>
                  <a:pt x="3995452" y="1234785"/>
                  <a:pt x="4000509" y="1204541"/>
                </a:cubicBezTo>
                <a:lnTo>
                  <a:pt x="4001049" y="1197851"/>
                </a:lnTo>
                <a:cubicBezTo>
                  <a:pt x="4001218" y="1197846"/>
                  <a:pt x="4001387" y="1197841"/>
                  <a:pt x="4001555" y="1197788"/>
                </a:cubicBezTo>
                <a:cubicBezTo>
                  <a:pt x="4051831" y="844922"/>
                  <a:pt x="4332870" y="564145"/>
                  <a:pt x="4691720" y="504747"/>
                </a:cubicBezTo>
                <a:lnTo>
                  <a:pt x="4691837" y="503599"/>
                </a:lnTo>
                <a:cubicBezTo>
                  <a:pt x="4697146" y="502589"/>
                  <a:pt x="4702474" y="501641"/>
                  <a:pt x="4708050" y="502060"/>
                </a:cubicBezTo>
                <a:cubicBezTo>
                  <a:pt x="4739233" y="496503"/>
                  <a:pt x="4771126" y="493522"/>
                  <a:pt x="4803512" y="492995"/>
                </a:cubicBezTo>
                <a:lnTo>
                  <a:pt x="4820599" y="491372"/>
                </a:lnTo>
                <a:lnTo>
                  <a:pt x="4820625" y="491866"/>
                </a:lnTo>
                <a:lnTo>
                  <a:pt x="4821123" y="491833"/>
                </a:lnTo>
                <a:lnTo>
                  <a:pt x="4821717" y="503273"/>
                </a:lnTo>
                <a:cubicBezTo>
                  <a:pt x="4821717" y="508954"/>
                  <a:pt x="4821658" y="514621"/>
                  <a:pt x="4820346" y="520249"/>
                </a:cubicBezTo>
                <a:cubicBezTo>
                  <a:pt x="4820389" y="551584"/>
                  <a:pt x="4817938" y="582475"/>
                  <a:pt x="4812879" y="612725"/>
                </a:cubicBezTo>
                <a:lnTo>
                  <a:pt x="4812341" y="619401"/>
                </a:lnTo>
                <a:cubicBezTo>
                  <a:pt x="4812171" y="619406"/>
                  <a:pt x="4812003" y="619411"/>
                  <a:pt x="4811835" y="619464"/>
                </a:cubicBezTo>
                <a:cubicBezTo>
                  <a:pt x="4761560" y="972329"/>
                  <a:pt x="4480521" y="1253106"/>
                  <a:pt x="4121670" y="1312505"/>
                </a:cubicBezTo>
                <a:lnTo>
                  <a:pt x="4121554" y="1313653"/>
                </a:lnTo>
                <a:cubicBezTo>
                  <a:pt x="4116243" y="1314664"/>
                  <a:pt x="4110914" y="1315612"/>
                  <a:pt x="4105337" y="1315193"/>
                </a:cubicBezTo>
                <a:cubicBezTo>
                  <a:pt x="4074165" y="1320747"/>
                  <a:pt x="4042285" y="1323728"/>
                  <a:pt x="4009911" y="1324255"/>
                </a:cubicBezTo>
                <a:lnTo>
                  <a:pt x="3992792" y="1325881"/>
                </a:lnTo>
                <a:lnTo>
                  <a:pt x="3992766" y="1325386"/>
                </a:lnTo>
                <a:lnTo>
                  <a:pt x="3992267" y="1325419"/>
                </a:lnTo>
                <a:cubicBezTo>
                  <a:pt x="3991701" y="1321617"/>
                  <a:pt x="3991674" y="1317801"/>
                  <a:pt x="3991674" y="1313979"/>
                </a:cubicBezTo>
                <a:close/>
                <a:moveTo>
                  <a:pt x="3991674" y="1361805"/>
                </a:moveTo>
                <a:lnTo>
                  <a:pt x="3992268" y="1350455"/>
                </a:lnTo>
                <a:lnTo>
                  <a:pt x="3992766" y="1350487"/>
                </a:lnTo>
                <a:lnTo>
                  <a:pt x="3992792" y="1349997"/>
                </a:lnTo>
                <a:lnTo>
                  <a:pt x="4009880" y="1351607"/>
                </a:lnTo>
                <a:cubicBezTo>
                  <a:pt x="4042265" y="1352130"/>
                  <a:pt x="4074158" y="1355088"/>
                  <a:pt x="4105341" y="1360601"/>
                </a:cubicBezTo>
                <a:cubicBezTo>
                  <a:pt x="4110917" y="1360185"/>
                  <a:pt x="4116245" y="1361126"/>
                  <a:pt x="4121554" y="1362128"/>
                </a:cubicBezTo>
                <a:lnTo>
                  <a:pt x="4121671" y="1363267"/>
                </a:lnTo>
                <a:cubicBezTo>
                  <a:pt x="4480521" y="1422199"/>
                  <a:pt x="4761560" y="1700770"/>
                  <a:pt x="4811836" y="2050865"/>
                </a:cubicBezTo>
                <a:cubicBezTo>
                  <a:pt x="4812004" y="2050918"/>
                  <a:pt x="4812173" y="2050923"/>
                  <a:pt x="4812342" y="2050928"/>
                </a:cubicBezTo>
                <a:lnTo>
                  <a:pt x="4812882" y="2057565"/>
                </a:lnTo>
                <a:cubicBezTo>
                  <a:pt x="4817939" y="2087572"/>
                  <a:pt x="4820389" y="2118214"/>
                  <a:pt x="4820346" y="2149296"/>
                </a:cubicBezTo>
                <a:cubicBezTo>
                  <a:pt x="4821658" y="2154882"/>
                  <a:pt x="4821717" y="2160506"/>
                  <a:pt x="4821717" y="2166144"/>
                </a:cubicBezTo>
                <a:cubicBezTo>
                  <a:pt x="4821717" y="2169936"/>
                  <a:pt x="4821690" y="2173722"/>
                  <a:pt x="4821124" y="2177494"/>
                </a:cubicBezTo>
                <a:lnTo>
                  <a:pt x="4820625" y="2177461"/>
                </a:lnTo>
                <a:lnTo>
                  <a:pt x="4820599" y="2177952"/>
                </a:lnTo>
                <a:lnTo>
                  <a:pt x="4803481" y="2176339"/>
                </a:lnTo>
                <a:cubicBezTo>
                  <a:pt x="4771106" y="2175816"/>
                  <a:pt x="4739226" y="2172858"/>
                  <a:pt x="4708054" y="2167348"/>
                </a:cubicBezTo>
                <a:cubicBezTo>
                  <a:pt x="4702477" y="2167764"/>
                  <a:pt x="4697148" y="2166823"/>
                  <a:pt x="4691837" y="2165820"/>
                </a:cubicBezTo>
                <a:lnTo>
                  <a:pt x="4691721" y="2164681"/>
                </a:lnTo>
                <a:cubicBezTo>
                  <a:pt x="4332870" y="2105749"/>
                  <a:pt x="4051831" y="1827177"/>
                  <a:pt x="4001556" y="1477083"/>
                </a:cubicBezTo>
                <a:cubicBezTo>
                  <a:pt x="4001388" y="1477030"/>
                  <a:pt x="4001220" y="1477026"/>
                  <a:pt x="4001050" y="1477021"/>
                </a:cubicBezTo>
                <a:lnTo>
                  <a:pt x="4000512" y="1470397"/>
                </a:lnTo>
                <a:cubicBezTo>
                  <a:pt x="3995453" y="1440385"/>
                  <a:pt x="3993003" y="1409736"/>
                  <a:pt x="3993045" y="1378647"/>
                </a:cubicBezTo>
                <a:cubicBezTo>
                  <a:pt x="3991733" y="1373063"/>
                  <a:pt x="3991674" y="1367441"/>
                  <a:pt x="3991674" y="1361805"/>
                </a:cubicBezTo>
                <a:close/>
                <a:moveTo>
                  <a:pt x="3991674" y="3010804"/>
                </a:moveTo>
                <a:cubicBezTo>
                  <a:pt x="3991674" y="3005122"/>
                  <a:pt x="3991733" y="2999453"/>
                  <a:pt x="3993045" y="2993823"/>
                </a:cubicBezTo>
                <a:cubicBezTo>
                  <a:pt x="3993003" y="2962495"/>
                  <a:pt x="3995452" y="2931610"/>
                  <a:pt x="4000509" y="2901366"/>
                </a:cubicBezTo>
                <a:lnTo>
                  <a:pt x="4001049" y="2894676"/>
                </a:lnTo>
                <a:cubicBezTo>
                  <a:pt x="4001218" y="2894671"/>
                  <a:pt x="4001387" y="2894666"/>
                  <a:pt x="4001555" y="2894613"/>
                </a:cubicBezTo>
                <a:cubicBezTo>
                  <a:pt x="4051831" y="2541747"/>
                  <a:pt x="4332870" y="2260970"/>
                  <a:pt x="4691720" y="2201572"/>
                </a:cubicBezTo>
                <a:lnTo>
                  <a:pt x="4691837" y="2200424"/>
                </a:lnTo>
                <a:cubicBezTo>
                  <a:pt x="4697146" y="2199414"/>
                  <a:pt x="4702474" y="2198466"/>
                  <a:pt x="4708050" y="2198885"/>
                </a:cubicBezTo>
                <a:cubicBezTo>
                  <a:pt x="4739233" y="2193328"/>
                  <a:pt x="4771126" y="2190347"/>
                  <a:pt x="4803512" y="2189820"/>
                </a:cubicBezTo>
                <a:lnTo>
                  <a:pt x="4820599" y="2188197"/>
                </a:lnTo>
                <a:lnTo>
                  <a:pt x="4820625" y="2188691"/>
                </a:lnTo>
                <a:lnTo>
                  <a:pt x="4821123" y="2188658"/>
                </a:lnTo>
                <a:lnTo>
                  <a:pt x="4821717" y="2200098"/>
                </a:lnTo>
                <a:cubicBezTo>
                  <a:pt x="4821717" y="2205779"/>
                  <a:pt x="4821658" y="2211446"/>
                  <a:pt x="4820346" y="2217074"/>
                </a:cubicBezTo>
                <a:cubicBezTo>
                  <a:pt x="4820389" y="2248409"/>
                  <a:pt x="4817938" y="2279300"/>
                  <a:pt x="4812879" y="2309550"/>
                </a:cubicBezTo>
                <a:lnTo>
                  <a:pt x="4812341" y="2316226"/>
                </a:lnTo>
                <a:cubicBezTo>
                  <a:pt x="4812171" y="2316231"/>
                  <a:pt x="4812003" y="2316236"/>
                  <a:pt x="4811835" y="2316289"/>
                </a:cubicBezTo>
                <a:cubicBezTo>
                  <a:pt x="4761560" y="2669154"/>
                  <a:pt x="4480521" y="2949931"/>
                  <a:pt x="4121670" y="3009330"/>
                </a:cubicBezTo>
                <a:lnTo>
                  <a:pt x="4121554" y="3010478"/>
                </a:lnTo>
                <a:cubicBezTo>
                  <a:pt x="4116243" y="3011489"/>
                  <a:pt x="4110914" y="3012437"/>
                  <a:pt x="4105337" y="3012018"/>
                </a:cubicBezTo>
                <a:cubicBezTo>
                  <a:pt x="4074165" y="3017572"/>
                  <a:pt x="4042285" y="3020553"/>
                  <a:pt x="4009911" y="3021080"/>
                </a:cubicBezTo>
                <a:lnTo>
                  <a:pt x="3992792" y="3022706"/>
                </a:lnTo>
                <a:lnTo>
                  <a:pt x="3992766" y="3022211"/>
                </a:lnTo>
                <a:lnTo>
                  <a:pt x="3992267" y="3022244"/>
                </a:lnTo>
                <a:cubicBezTo>
                  <a:pt x="3991701" y="3018442"/>
                  <a:pt x="3991674" y="3014626"/>
                  <a:pt x="3991674" y="3010804"/>
                </a:cubicBezTo>
                <a:close/>
                <a:moveTo>
                  <a:pt x="3991674" y="3058630"/>
                </a:moveTo>
                <a:lnTo>
                  <a:pt x="3992268" y="3047280"/>
                </a:lnTo>
                <a:lnTo>
                  <a:pt x="3992766" y="3047312"/>
                </a:lnTo>
                <a:lnTo>
                  <a:pt x="3992792" y="3046822"/>
                </a:lnTo>
                <a:lnTo>
                  <a:pt x="4009880" y="3048432"/>
                </a:lnTo>
                <a:cubicBezTo>
                  <a:pt x="4042265" y="3048955"/>
                  <a:pt x="4074158" y="3051913"/>
                  <a:pt x="4105341" y="3057426"/>
                </a:cubicBezTo>
                <a:cubicBezTo>
                  <a:pt x="4110917" y="3057010"/>
                  <a:pt x="4116245" y="3057951"/>
                  <a:pt x="4121554" y="3058953"/>
                </a:cubicBezTo>
                <a:lnTo>
                  <a:pt x="4121671" y="3060092"/>
                </a:lnTo>
                <a:cubicBezTo>
                  <a:pt x="4480521" y="3119024"/>
                  <a:pt x="4761560" y="3397595"/>
                  <a:pt x="4811836" y="3747690"/>
                </a:cubicBezTo>
                <a:cubicBezTo>
                  <a:pt x="4812004" y="3747743"/>
                  <a:pt x="4812173" y="3747748"/>
                  <a:pt x="4812342" y="3747753"/>
                </a:cubicBezTo>
                <a:lnTo>
                  <a:pt x="4812882" y="3754390"/>
                </a:lnTo>
                <a:cubicBezTo>
                  <a:pt x="4817939" y="3784397"/>
                  <a:pt x="4820389" y="3815039"/>
                  <a:pt x="4820346" y="3846121"/>
                </a:cubicBezTo>
                <a:cubicBezTo>
                  <a:pt x="4821658" y="3851707"/>
                  <a:pt x="4821717" y="3857331"/>
                  <a:pt x="4821717" y="3862969"/>
                </a:cubicBezTo>
                <a:cubicBezTo>
                  <a:pt x="4821717" y="3866761"/>
                  <a:pt x="4821690" y="3870547"/>
                  <a:pt x="4821124" y="3874319"/>
                </a:cubicBezTo>
                <a:lnTo>
                  <a:pt x="4820625" y="3874286"/>
                </a:lnTo>
                <a:lnTo>
                  <a:pt x="4820599" y="3874777"/>
                </a:lnTo>
                <a:lnTo>
                  <a:pt x="4803481" y="3873164"/>
                </a:lnTo>
                <a:cubicBezTo>
                  <a:pt x="4771106" y="3872641"/>
                  <a:pt x="4739226" y="3869683"/>
                  <a:pt x="4708054" y="3864173"/>
                </a:cubicBezTo>
                <a:cubicBezTo>
                  <a:pt x="4702477" y="3864589"/>
                  <a:pt x="4697148" y="3863648"/>
                  <a:pt x="4691837" y="3862645"/>
                </a:cubicBezTo>
                <a:lnTo>
                  <a:pt x="4691721" y="3861506"/>
                </a:lnTo>
                <a:cubicBezTo>
                  <a:pt x="4332870" y="3802574"/>
                  <a:pt x="4051831" y="3524002"/>
                  <a:pt x="4001556" y="3173908"/>
                </a:cubicBezTo>
                <a:cubicBezTo>
                  <a:pt x="4001388" y="3173856"/>
                  <a:pt x="4001220" y="3173851"/>
                  <a:pt x="4001050" y="3173846"/>
                </a:cubicBezTo>
                <a:lnTo>
                  <a:pt x="4000512" y="3167222"/>
                </a:lnTo>
                <a:cubicBezTo>
                  <a:pt x="3995453" y="3137210"/>
                  <a:pt x="3993003" y="3106561"/>
                  <a:pt x="3993045" y="3075472"/>
                </a:cubicBezTo>
                <a:cubicBezTo>
                  <a:pt x="3991733" y="3069889"/>
                  <a:pt x="3991674" y="3064266"/>
                  <a:pt x="3991674" y="3058630"/>
                </a:cubicBezTo>
                <a:close/>
                <a:moveTo>
                  <a:pt x="3293448" y="636203"/>
                </a:moveTo>
                <a:cubicBezTo>
                  <a:pt x="3346724" y="907109"/>
                  <a:pt x="3561567" y="1121906"/>
                  <a:pt x="3836757" y="1181049"/>
                </a:cubicBezTo>
                <a:cubicBezTo>
                  <a:pt x="3783482" y="910143"/>
                  <a:pt x="3568638" y="695346"/>
                  <a:pt x="3293448" y="636203"/>
                </a:cubicBezTo>
                <a:close/>
                <a:moveTo>
                  <a:pt x="3293448" y="2333028"/>
                </a:moveTo>
                <a:cubicBezTo>
                  <a:pt x="3346724" y="2603934"/>
                  <a:pt x="3561567" y="2818731"/>
                  <a:pt x="3836757" y="2877874"/>
                </a:cubicBezTo>
                <a:cubicBezTo>
                  <a:pt x="3783482" y="2606968"/>
                  <a:pt x="3568638" y="2392171"/>
                  <a:pt x="3293448" y="2333028"/>
                </a:cubicBezTo>
                <a:close/>
                <a:moveTo>
                  <a:pt x="3293446" y="2034258"/>
                </a:moveTo>
                <a:cubicBezTo>
                  <a:pt x="3568636" y="1975579"/>
                  <a:pt x="3783479" y="1762469"/>
                  <a:pt x="3836755" y="1493690"/>
                </a:cubicBezTo>
                <a:cubicBezTo>
                  <a:pt x="3561565" y="1552369"/>
                  <a:pt x="3346721" y="1765479"/>
                  <a:pt x="3293446" y="2034258"/>
                </a:cubicBezTo>
                <a:close/>
                <a:moveTo>
                  <a:pt x="3293446" y="3731083"/>
                </a:moveTo>
                <a:cubicBezTo>
                  <a:pt x="3568636" y="3672404"/>
                  <a:pt x="3783479" y="3459294"/>
                  <a:pt x="3836755" y="3190516"/>
                </a:cubicBezTo>
                <a:cubicBezTo>
                  <a:pt x="3561565" y="3249194"/>
                  <a:pt x="3346721" y="3462304"/>
                  <a:pt x="3293446" y="3731083"/>
                </a:cubicBezTo>
                <a:close/>
                <a:moveTo>
                  <a:pt x="3150081" y="503273"/>
                </a:moveTo>
                <a:lnTo>
                  <a:pt x="3150675" y="491833"/>
                </a:lnTo>
                <a:lnTo>
                  <a:pt x="3151173" y="491866"/>
                </a:lnTo>
                <a:lnTo>
                  <a:pt x="3151199" y="491372"/>
                </a:lnTo>
                <a:lnTo>
                  <a:pt x="3168287" y="492995"/>
                </a:lnTo>
                <a:cubicBezTo>
                  <a:pt x="3200672" y="493522"/>
                  <a:pt x="3232565" y="496503"/>
                  <a:pt x="3263748" y="502060"/>
                </a:cubicBezTo>
                <a:cubicBezTo>
                  <a:pt x="3269324" y="501641"/>
                  <a:pt x="3274652" y="502589"/>
                  <a:pt x="3279961" y="503599"/>
                </a:cubicBezTo>
                <a:lnTo>
                  <a:pt x="3280078" y="504747"/>
                </a:lnTo>
                <a:cubicBezTo>
                  <a:pt x="3638928" y="564145"/>
                  <a:pt x="3919967" y="844922"/>
                  <a:pt x="3970244" y="1197788"/>
                </a:cubicBezTo>
                <a:cubicBezTo>
                  <a:pt x="3970411" y="1197841"/>
                  <a:pt x="3970581" y="1197846"/>
                  <a:pt x="3970749" y="1197851"/>
                </a:cubicBezTo>
                <a:lnTo>
                  <a:pt x="3971290" y="1204541"/>
                </a:lnTo>
                <a:cubicBezTo>
                  <a:pt x="3976346" y="1234785"/>
                  <a:pt x="3978796" y="1265670"/>
                  <a:pt x="3978754" y="1296998"/>
                </a:cubicBezTo>
                <a:cubicBezTo>
                  <a:pt x="3980066" y="1302628"/>
                  <a:pt x="3980124" y="1308297"/>
                  <a:pt x="3980124" y="1313979"/>
                </a:cubicBezTo>
                <a:cubicBezTo>
                  <a:pt x="3980124" y="1317801"/>
                  <a:pt x="3980097" y="1321617"/>
                  <a:pt x="3979531" y="1325419"/>
                </a:cubicBezTo>
                <a:lnTo>
                  <a:pt x="3979032" y="1325386"/>
                </a:lnTo>
                <a:lnTo>
                  <a:pt x="3979006" y="1325881"/>
                </a:lnTo>
                <a:lnTo>
                  <a:pt x="3961888" y="1324255"/>
                </a:lnTo>
                <a:cubicBezTo>
                  <a:pt x="3929514" y="1323728"/>
                  <a:pt x="3897633" y="1320747"/>
                  <a:pt x="3866461" y="1315193"/>
                </a:cubicBezTo>
                <a:cubicBezTo>
                  <a:pt x="3860884" y="1315612"/>
                  <a:pt x="3855555" y="1314664"/>
                  <a:pt x="3850245" y="1313653"/>
                </a:cubicBezTo>
                <a:lnTo>
                  <a:pt x="3850129" y="1312505"/>
                </a:lnTo>
                <a:cubicBezTo>
                  <a:pt x="3491277" y="1253106"/>
                  <a:pt x="3210238" y="972329"/>
                  <a:pt x="3159963" y="619464"/>
                </a:cubicBezTo>
                <a:cubicBezTo>
                  <a:pt x="3159795" y="619411"/>
                  <a:pt x="3159627" y="619406"/>
                  <a:pt x="3159457" y="619401"/>
                </a:cubicBezTo>
                <a:lnTo>
                  <a:pt x="3158919" y="612725"/>
                </a:lnTo>
                <a:cubicBezTo>
                  <a:pt x="3153860" y="582475"/>
                  <a:pt x="3151410" y="551584"/>
                  <a:pt x="3151452" y="520249"/>
                </a:cubicBezTo>
                <a:cubicBezTo>
                  <a:pt x="3150140" y="514621"/>
                  <a:pt x="3150081" y="508954"/>
                  <a:pt x="3150081" y="503273"/>
                </a:cubicBezTo>
                <a:close/>
                <a:moveTo>
                  <a:pt x="3150081" y="2200098"/>
                </a:moveTo>
                <a:lnTo>
                  <a:pt x="3150675" y="2188658"/>
                </a:lnTo>
                <a:lnTo>
                  <a:pt x="3151173" y="2188691"/>
                </a:lnTo>
                <a:lnTo>
                  <a:pt x="3151199" y="2188197"/>
                </a:lnTo>
                <a:lnTo>
                  <a:pt x="3168287" y="2189820"/>
                </a:lnTo>
                <a:cubicBezTo>
                  <a:pt x="3200672" y="2190347"/>
                  <a:pt x="3232565" y="2193328"/>
                  <a:pt x="3263748" y="2198885"/>
                </a:cubicBezTo>
                <a:cubicBezTo>
                  <a:pt x="3269324" y="2198466"/>
                  <a:pt x="3274652" y="2199414"/>
                  <a:pt x="3279961" y="2200424"/>
                </a:cubicBezTo>
                <a:lnTo>
                  <a:pt x="3280078" y="2201572"/>
                </a:lnTo>
                <a:cubicBezTo>
                  <a:pt x="3638928" y="2260970"/>
                  <a:pt x="3919967" y="2541747"/>
                  <a:pt x="3970244" y="2894613"/>
                </a:cubicBezTo>
                <a:cubicBezTo>
                  <a:pt x="3970411" y="2894666"/>
                  <a:pt x="3970581" y="2894671"/>
                  <a:pt x="3970749" y="2894676"/>
                </a:cubicBezTo>
                <a:lnTo>
                  <a:pt x="3971290" y="2901366"/>
                </a:lnTo>
                <a:cubicBezTo>
                  <a:pt x="3976346" y="2931610"/>
                  <a:pt x="3978796" y="2962495"/>
                  <a:pt x="3978754" y="2993823"/>
                </a:cubicBezTo>
                <a:cubicBezTo>
                  <a:pt x="3980066" y="2999453"/>
                  <a:pt x="3980124" y="3005122"/>
                  <a:pt x="3980124" y="3010804"/>
                </a:cubicBezTo>
                <a:cubicBezTo>
                  <a:pt x="3980124" y="3014626"/>
                  <a:pt x="3980097" y="3018442"/>
                  <a:pt x="3979531" y="3022244"/>
                </a:cubicBezTo>
                <a:lnTo>
                  <a:pt x="3979032" y="3022211"/>
                </a:lnTo>
                <a:lnTo>
                  <a:pt x="3979006" y="3022706"/>
                </a:lnTo>
                <a:lnTo>
                  <a:pt x="3961888" y="3021080"/>
                </a:lnTo>
                <a:cubicBezTo>
                  <a:pt x="3929514" y="3020553"/>
                  <a:pt x="3897633" y="3017572"/>
                  <a:pt x="3866461" y="3012018"/>
                </a:cubicBezTo>
                <a:cubicBezTo>
                  <a:pt x="3860884" y="3012437"/>
                  <a:pt x="3855555" y="3011489"/>
                  <a:pt x="3850245" y="3010478"/>
                </a:cubicBezTo>
                <a:lnTo>
                  <a:pt x="3850129" y="3009330"/>
                </a:lnTo>
                <a:cubicBezTo>
                  <a:pt x="3491277" y="2949931"/>
                  <a:pt x="3210238" y="2669154"/>
                  <a:pt x="3159963" y="2316289"/>
                </a:cubicBezTo>
                <a:cubicBezTo>
                  <a:pt x="3159795" y="2316236"/>
                  <a:pt x="3159627" y="2316231"/>
                  <a:pt x="3159457" y="2316226"/>
                </a:cubicBezTo>
                <a:lnTo>
                  <a:pt x="3158919" y="2309550"/>
                </a:lnTo>
                <a:cubicBezTo>
                  <a:pt x="3153860" y="2279300"/>
                  <a:pt x="3151410" y="2248409"/>
                  <a:pt x="3151452" y="2217074"/>
                </a:cubicBezTo>
                <a:cubicBezTo>
                  <a:pt x="3150140" y="2211446"/>
                  <a:pt x="3150081" y="2205779"/>
                  <a:pt x="3150081" y="2200098"/>
                </a:cubicBezTo>
                <a:close/>
                <a:moveTo>
                  <a:pt x="3150081" y="3896923"/>
                </a:moveTo>
                <a:lnTo>
                  <a:pt x="3150675" y="3885483"/>
                </a:lnTo>
                <a:lnTo>
                  <a:pt x="3151173" y="3885516"/>
                </a:lnTo>
                <a:lnTo>
                  <a:pt x="3151199" y="3885022"/>
                </a:lnTo>
                <a:lnTo>
                  <a:pt x="3168287" y="3886645"/>
                </a:lnTo>
                <a:cubicBezTo>
                  <a:pt x="3200672" y="3887172"/>
                  <a:pt x="3232565" y="3890153"/>
                  <a:pt x="3263748" y="3895710"/>
                </a:cubicBezTo>
                <a:cubicBezTo>
                  <a:pt x="3269324" y="3895291"/>
                  <a:pt x="3274652" y="3896239"/>
                  <a:pt x="3279961" y="3897249"/>
                </a:cubicBezTo>
                <a:lnTo>
                  <a:pt x="3280078" y="3898397"/>
                </a:lnTo>
                <a:cubicBezTo>
                  <a:pt x="3514137" y="3937139"/>
                  <a:pt x="3715094" y="4070062"/>
                  <a:pt x="3840331" y="4255797"/>
                </a:cubicBezTo>
                <a:lnTo>
                  <a:pt x="3868775" y="4305008"/>
                </a:lnTo>
                <a:lnTo>
                  <a:pt x="3717725" y="4305008"/>
                </a:lnTo>
                <a:lnTo>
                  <a:pt x="3665602" y="4241205"/>
                </a:lnTo>
                <a:cubicBezTo>
                  <a:pt x="3568906" y="4136681"/>
                  <a:pt x="3439699" y="4061285"/>
                  <a:pt x="3293448" y="4029853"/>
                </a:cubicBezTo>
                <a:cubicBezTo>
                  <a:pt x="3310695" y="4117553"/>
                  <a:pt x="3344874" y="4199373"/>
                  <a:pt x="3392629" y="4271827"/>
                </a:cubicBezTo>
                <a:lnTo>
                  <a:pt x="3419311" y="4305008"/>
                </a:lnTo>
                <a:lnTo>
                  <a:pt x="3265201" y="4305008"/>
                </a:lnTo>
                <a:lnTo>
                  <a:pt x="3235080" y="4254710"/>
                </a:lnTo>
                <a:cubicBezTo>
                  <a:pt x="3197877" y="4179889"/>
                  <a:pt x="3172145" y="4098618"/>
                  <a:pt x="3159963" y="4013114"/>
                </a:cubicBezTo>
                <a:cubicBezTo>
                  <a:pt x="3159795" y="4013061"/>
                  <a:pt x="3159627" y="4013056"/>
                  <a:pt x="3159457" y="4013051"/>
                </a:cubicBezTo>
                <a:lnTo>
                  <a:pt x="3158919" y="4006375"/>
                </a:lnTo>
                <a:cubicBezTo>
                  <a:pt x="3153860" y="3976125"/>
                  <a:pt x="3151410" y="3945234"/>
                  <a:pt x="3151452" y="3913899"/>
                </a:cubicBezTo>
                <a:cubicBezTo>
                  <a:pt x="3150140" y="3908271"/>
                  <a:pt x="3150081" y="3902604"/>
                  <a:pt x="3150081" y="3896923"/>
                </a:cubicBezTo>
                <a:close/>
                <a:moveTo>
                  <a:pt x="3150079" y="469318"/>
                </a:moveTo>
                <a:cubicBezTo>
                  <a:pt x="3150079" y="463681"/>
                  <a:pt x="3150138" y="458057"/>
                  <a:pt x="3151450" y="452471"/>
                </a:cubicBezTo>
                <a:cubicBezTo>
                  <a:pt x="3151408" y="421389"/>
                  <a:pt x="3153857" y="390746"/>
                  <a:pt x="3158914" y="360740"/>
                </a:cubicBezTo>
                <a:lnTo>
                  <a:pt x="3159454" y="354103"/>
                </a:lnTo>
                <a:cubicBezTo>
                  <a:pt x="3159623" y="354098"/>
                  <a:pt x="3159792" y="354093"/>
                  <a:pt x="3159960" y="354040"/>
                </a:cubicBezTo>
                <a:cubicBezTo>
                  <a:pt x="3173111" y="262463"/>
                  <a:pt x="3202052" y="175780"/>
                  <a:pt x="3244173" y="96778"/>
                </a:cubicBezTo>
                <a:lnTo>
                  <a:pt x="3306807" y="0"/>
                </a:lnTo>
                <a:lnTo>
                  <a:pt x="3475182" y="0"/>
                </a:lnTo>
                <a:lnTo>
                  <a:pt x="3406954" y="76659"/>
                </a:lnTo>
                <a:cubicBezTo>
                  <a:pt x="3351687" y="153496"/>
                  <a:pt x="3312372" y="241952"/>
                  <a:pt x="3293446" y="337433"/>
                </a:cubicBezTo>
                <a:cubicBezTo>
                  <a:pt x="3476486" y="298404"/>
                  <a:pt x="3632827" y="191052"/>
                  <a:pt x="3732420" y="44350"/>
                </a:cubicBezTo>
                <a:lnTo>
                  <a:pt x="3754649" y="0"/>
                </a:lnTo>
                <a:lnTo>
                  <a:pt x="3903287" y="0"/>
                </a:lnTo>
                <a:lnTo>
                  <a:pt x="3851448" y="95636"/>
                </a:lnTo>
                <a:cubicBezTo>
                  <a:pt x="3727674" y="289169"/>
                  <a:pt x="3521481" y="428211"/>
                  <a:pt x="3280075" y="467856"/>
                </a:cubicBezTo>
                <a:lnTo>
                  <a:pt x="3279959" y="468995"/>
                </a:lnTo>
                <a:cubicBezTo>
                  <a:pt x="3274648" y="469998"/>
                  <a:pt x="3269319" y="470939"/>
                  <a:pt x="3263742" y="470523"/>
                </a:cubicBezTo>
                <a:cubicBezTo>
                  <a:pt x="3232570" y="476033"/>
                  <a:pt x="3200690" y="478991"/>
                  <a:pt x="3168316" y="479514"/>
                </a:cubicBezTo>
                <a:lnTo>
                  <a:pt x="3151197" y="481127"/>
                </a:lnTo>
                <a:lnTo>
                  <a:pt x="3151171" y="480636"/>
                </a:lnTo>
                <a:lnTo>
                  <a:pt x="3150672" y="480669"/>
                </a:lnTo>
                <a:cubicBezTo>
                  <a:pt x="3150106" y="476896"/>
                  <a:pt x="3150079" y="473110"/>
                  <a:pt x="3150079" y="469318"/>
                </a:cubicBezTo>
                <a:close/>
                <a:moveTo>
                  <a:pt x="3150079" y="2166144"/>
                </a:moveTo>
                <a:cubicBezTo>
                  <a:pt x="3150079" y="2160506"/>
                  <a:pt x="3150138" y="2154882"/>
                  <a:pt x="3151450" y="2149296"/>
                </a:cubicBezTo>
                <a:cubicBezTo>
                  <a:pt x="3151408" y="2118214"/>
                  <a:pt x="3153857" y="2087572"/>
                  <a:pt x="3158914" y="2057565"/>
                </a:cubicBezTo>
                <a:lnTo>
                  <a:pt x="3159454" y="2050928"/>
                </a:lnTo>
                <a:cubicBezTo>
                  <a:pt x="3159623" y="2050923"/>
                  <a:pt x="3159792" y="2050918"/>
                  <a:pt x="3159960" y="2050865"/>
                </a:cubicBezTo>
                <a:cubicBezTo>
                  <a:pt x="3210236" y="1700770"/>
                  <a:pt x="3491275" y="1422199"/>
                  <a:pt x="3850126" y="1363267"/>
                </a:cubicBezTo>
                <a:lnTo>
                  <a:pt x="3850243" y="1362128"/>
                </a:lnTo>
                <a:cubicBezTo>
                  <a:pt x="3855551" y="1361126"/>
                  <a:pt x="3860879" y="1360185"/>
                  <a:pt x="3866455" y="1360601"/>
                </a:cubicBezTo>
                <a:cubicBezTo>
                  <a:pt x="3897639" y="1355088"/>
                  <a:pt x="3929531" y="1352130"/>
                  <a:pt x="3961917" y="1351607"/>
                </a:cubicBezTo>
                <a:lnTo>
                  <a:pt x="3979004" y="1349997"/>
                </a:lnTo>
                <a:lnTo>
                  <a:pt x="3979030" y="1350487"/>
                </a:lnTo>
                <a:lnTo>
                  <a:pt x="3979528" y="1350455"/>
                </a:lnTo>
                <a:lnTo>
                  <a:pt x="3980122" y="1361805"/>
                </a:lnTo>
                <a:cubicBezTo>
                  <a:pt x="3980122" y="1367441"/>
                  <a:pt x="3980064" y="1373063"/>
                  <a:pt x="3978752" y="1378647"/>
                </a:cubicBezTo>
                <a:cubicBezTo>
                  <a:pt x="3978794" y="1409736"/>
                  <a:pt x="3976343" y="1440385"/>
                  <a:pt x="3971285" y="1470397"/>
                </a:cubicBezTo>
                <a:lnTo>
                  <a:pt x="3970746" y="1477021"/>
                </a:lnTo>
                <a:cubicBezTo>
                  <a:pt x="3970577" y="1477026"/>
                  <a:pt x="3970408" y="1477030"/>
                  <a:pt x="3970241" y="1477083"/>
                </a:cubicBezTo>
                <a:cubicBezTo>
                  <a:pt x="3919965" y="1827177"/>
                  <a:pt x="3638926" y="2105749"/>
                  <a:pt x="3280075" y="2164681"/>
                </a:cubicBezTo>
                <a:lnTo>
                  <a:pt x="3279959" y="2165820"/>
                </a:lnTo>
                <a:cubicBezTo>
                  <a:pt x="3274648" y="2166823"/>
                  <a:pt x="3269319" y="2167764"/>
                  <a:pt x="3263742" y="2167348"/>
                </a:cubicBezTo>
                <a:cubicBezTo>
                  <a:pt x="3232570" y="2172858"/>
                  <a:pt x="3200690" y="2175816"/>
                  <a:pt x="3168316" y="2176339"/>
                </a:cubicBezTo>
                <a:lnTo>
                  <a:pt x="3151197" y="2177952"/>
                </a:lnTo>
                <a:lnTo>
                  <a:pt x="3151171" y="2177461"/>
                </a:lnTo>
                <a:lnTo>
                  <a:pt x="3150672" y="2177494"/>
                </a:lnTo>
                <a:cubicBezTo>
                  <a:pt x="3150106" y="2173722"/>
                  <a:pt x="3150079" y="2169936"/>
                  <a:pt x="3150079" y="2166144"/>
                </a:cubicBezTo>
                <a:close/>
                <a:moveTo>
                  <a:pt x="3150079" y="3862969"/>
                </a:moveTo>
                <a:cubicBezTo>
                  <a:pt x="3150079" y="3857331"/>
                  <a:pt x="3150138" y="3851707"/>
                  <a:pt x="3151450" y="3846121"/>
                </a:cubicBezTo>
                <a:cubicBezTo>
                  <a:pt x="3151408" y="3815039"/>
                  <a:pt x="3153857" y="3784397"/>
                  <a:pt x="3158914" y="3754390"/>
                </a:cubicBezTo>
                <a:lnTo>
                  <a:pt x="3159454" y="3747753"/>
                </a:lnTo>
                <a:cubicBezTo>
                  <a:pt x="3159623" y="3747748"/>
                  <a:pt x="3159792" y="3747743"/>
                  <a:pt x="3159960" y="3747690"/>
                </a:cubicBezTo>
                <a:cubicBezTo>
                  <a:pt x="3210236" y="3397595"/>
                  <a:pt x="3491275" y="3119024"/>
                  <a:pt x="3850126" y="3060092"/>
                </a:cubicBezTo>
                <a:lnTo>
                  <a:pt x="3850243" y="3058953"/>
                </a:lnTo>
                <a:cubicBezTo>
                  <a:pt x="3855551" y="3057951"/>
                  <a:pt x="3860879" y="3057010"/>
                  <a:pt x="3866455" y="3057426"/>
                </a:cubicBezTo>
                <a:cubicBezTo>
                  <a:pt x="3897639" y="3051913"/>
                  <a:pt x="3929531" y="3048955"/>
                  <a:pt x="3961917" y="3048432"/>
                </a:cubicBezTo>
                <a:lnTo>
                  <a:pt x="3979004" y="3046822"/>
                </a:lnTo>
                <a:lnTo>
                  <a:pt x="3979030" y="3047312"/>
                </a:lnTo>
                <a:lnTo>
                  <a:pt x="3979528" y="3047280"/>
                </a:lnTo>
                <a:lnTo>
                  <a:pt x="3980122" y="3058630"/>
                </a:lnTo>
                <a:cubicBezTo>
                  <a:pt x="3980122" y="3064266"/>
                  <a:pt x="3980064" y="3069889"/>
                  <a:pt x="3978752" y="3075472"/>
                </a:cubicBezTo>
                <a:cubicBezTo>
                  <a:pt x="3978794" y="3106561"/>
                  <a:pt x="3976343" y="3137210"/>
                  <a:pt x="3971285" y="3167222"/>
                </a:cubicBezTo>
                <a:lnTo>
                  <a:pt x="3970746" y="3173846"/>
                </a:lnTo>
                <a:cubicBezTo>
                  <a:pt x="3970577" y="3173851"/>
                  <a:pt x="3970408" y="3173856"/>
                  <a:pt x="3970241" y="3173908"/>
                </a:cubicBezTo>
                <a:cubicBezTo>
                  <a:pt x="3919965" y="3524002"/>
                  <a:pt x="3638926" y="3802574"/>
                  <a:pt x="3280075" y="3861506"/>
                </a:cubicBezTo>
                <a:lnTo>
                  <a:pt x="3279959" y="3862645"/>
                </a:lnTo>
                <a:cubicBezTo>
                  <a:pt x="3274648" y="3863648"/>
                  <a:pt x="3269319" y="3864589"/>
                  <a:pt x="3263742" y="3864173"/>
                </a:cubicBezTo>
                <a:cubicBezTo>
                  <a:pt x="3232570" y="3869683"/>
                  <a:pt x="3200690" y="3872641"/>
                  <a:pt x="3168316" y="3873164"/>
                </a:cubicBezTo>
                <a:lnTo>
                  <a:pt x="3151197" y="3874777"/>
                </a:lnTo>
                <a:lnTo>
                  <a:pt x="3151171" y="3874286"/>
                </a:lnTo>
                <a:lnTo>
                  <a:pt x="3150672" y="3874319"/>
                </a:lnTo>
                <a:cubicBezTo>
                  <a:pt x="3150106" y="3870547"/>
                  <a:pt x="3150079" y="3866761"/>
                  <a:pt x="3150079" y="3862969"/>
                </a:cubicBezTo>
                <a:close/>
                <a:moveTo>
                  <a:pt x="2442890" y="1181049"/>
                </a:moveTo>
                <a:cubicBezTo>
                  <a:pt x="2718080" y="1121906"/>
                  <a:pt x="2932923" y="907109"/>
                  <a:pt x="2986199" y="636203"/>
                </a:cubicBezTo>
                <a:cubicBezTo>
                  <a:pt x="2711009" y="695346"/>
                  <a:pt x="2496165" y="910143"/>
                  <a:pt x="2442890" y="1181049"/>
                </a:cubicBezTo>
                <a:close/>
                <a:moveTo>
                  <a:pt x="2442890" y="1493690"/>
                </a:moveTo>
                <a:cubicBezTo>
                  <a:pt x="2496166" y="1762469"/>
                  <a:pt x="2711009" y="1975579"/>
                  <a:pt x="2986199" y="2034258"/>
                </a:cubicBezTo>
                <a:cubicBezTo>
                  <a:pt x="2932924" y="1765479"/>
                  <a:pt x="2718080" y="1552369"/>
                  <a:pt x="2442890" y="1493690"/>
                </a:cubicBezTo>
                <a:close/>
                <a:moveTo>
                  <a:pt x="2442890" y="2877874"/>
                </a:moveTo>
                <a:cubicBezTo>
                  <a:pt x="2718080" y="2818731"/>
                  <a:pt x="2932923" y="2603934"/>
                  <a:pt x="2986199" y="2333028"/>
                </a:cubicBezTo>
                <a:cubicBezTo>
                  <a:pt x="2711009" y="2392171"/>
                  <a:pt x="2496165" y="2606968"/>
                  <a:pt x="2442890" y="2877874"/>
                </a:cubicBezTo>
                <a:close/>
                <a:moveTo>
                  <a:pt x="2442890" y="3190516"/>
                </a:moveTo>
                <a:cubicBezTo>
                  <a:pt x="2496166" y="3459294"/>
                  <a:pt x="2711009" y="3672404"/>
                  <a:pt x="2986199" y="3731083"/>
                </a:cubicBezTo>
                <a:cubicBezTo>
                  <a:pt x="2932924" y="3462304"/>
                  <a:pt x="2718080" y="3249194"/>
                  <a:pt x="2442890" y="3190516"/>
                </a:cubicBezTo>
                <a:close/>
                <a:moveTo>
                  <a:pt x="2410871" y="4305008"/>
                </a:moveTo>
                <a:lnTo>
                  <a:pt x="2439316" y="4255797"/>
                </a:lnTo>
                <a:cubicBezTo>
                  <a:pt x="2564553" y="4070062"/>
                  <a:pt x="2765510" y="3937139"/>
                  <a:pt x="2999569" y="3898397"/>
                </a:cubicBezTo>
                <a:lnTo>
                  <a:pt x="2999686" y="3897249"/>
                </a:lnTo>
                <a:cubicBezTo>
                  <a:pt x="3004995" y="3896239"/>
                  <a:pt x="3010323" y="3895291"/>
                  <a:pt x="3015899" y="3895710"/>
                </a:cubicBezTo>
                <a:cubicBezTo>
                  <a:pt x="3047082" y="3890153"/>
                  <a:pt x="3078975" y="3887172"/>
                  <a:pt x="3111360" y="3886645"/>
                </a:cubicBezTo>
                <a:lnTo>
                  <a:pt x="3128448" y="3885022"/>
                </a:lnTo>
                <a:lnTo>
                  <a:pt x="3128474" y="3885516"/>
                </a:lnTo>
                <a:lnTo>
                  <a:pt x="3128972" y="3885483"/>
                </a:lnTo>
                <a:lnTo>
                  <a:pt x="3129566" y="3896923"/>
                </a:lnTo>
                <a:cubicBezTo>
                  <a:pt x="3129566" y="3902604"/>
                  <a:pt x="3129507" y="3908271"/>
                  <a:pt x="3128195" y="3913899"/>
                </a:cubicBezTo>
                <a:cubicBezTo>
                  <a:pt x="3128237" y="3945234"/>
                  <a:pt x="3125787" y="3976125"/>
                  <a:pt x="3120728" y="4006375"/>
                </a:cubicBezTo>
                <a:lnTo>
                  <a:pt x="3120190" y="4013051"/>
                </a:lnTo>
                <a:cubicBezTo>
                  <a:pt x="3120020" y="4013056"/>
                  <a:pt x="3119852" y="4013061"/>
                  <a:pt x="3119684" y="4013114"/>
                </a:cubicBezTo>
                <a:cubicBezTo>
                  <a:pt x="3107502" y="4098618"/>
                  <a:pt x="3081770" y="4179889"/>
                  <a:pt x="3044567" y="4254710"/>
                </a:cubicBezTo>
                <a:lnTo>
                  <a:pt x="3014445" y="4305008"/>
                </a:lnTo>
                <a:lnTo>
                  <a:pt x="2860336" y="4305008"/>
                </a:lnTo>
                <a:lnTo>
                  <a:pt x="2887018" y="4271827"/>
                </a:lnTo>
                <a:cubicBezTo>
                  <a:pt x="2934773" y="4199373"/>
                  <a:pt x="2968952" y="4117553"/>
                  <a:pt x="2986199" y="4029853"/>
                </a:cubicBezTo>
                <a:cubicBezTo>
                  <a:pt x="2839947" y="4061285"/>
                  <a:pt x="2710740" y="4136681"/>
                  <a:pt x="2614045" y="4241205"/>
                </a:cubicBezTo>
                <a:lnTo>
                  <a:pt x="2561922" y="4305008"/>
                </a:lnTo>
                <a:close/>
                <a:moveTo>
                  <a:pt x="2376360" y="0"/>
                </a:moveTo>
                <a:lnTo>
                  <a:pt x="2524998" y="0"/>
                </a:lnTo>
                <a:lnTo>
                  <a:pt x="2547226" y="44350"/>
                </a:lnTo>
                <a:cubicBezTo>
                  <a:pt x="2646819" y="191052"/>
                  <a:pt x="2803160" y="298404"/>
                  <a:pt x="2986199" y="337433"/>
                </a:cubicBezTo>
                <a:cubicBezTo>
                  <a:pt x="2967274" y="241952"/>
                  <a:pt x="2927959" y="153496"/>
                  <a:pt x="2872691" y="76659"/>
                </a:cubicBezTo>
                <a:lnTo>
                  <a:pt x="2804464" y="0"/>
                </a:lnTo>
                <a:lnTo>
                  <a:pt x="2972839" y="0"/>
                </a:lnTo>
                <a:lnTo>
                  <a:pt x="3035473" y="96778"/>
                </a:lnTo>
                <a:cubicBezTo>
                  <a:pt x="3077594" y="175780"/>
                  <a:pt x="3106535" y="262463"/>
                  <a:pt x="3119686" y="354040"/>
                </a:cubicBezTo>
                <a:cubicBezTo>
                  <a:pt x="3119853" y="354093"/>
                  <a:pt x="3120023" y="354098"/>
                  <a:pt x="3120191" y="354103"/>
                </a:cubicBezTo>
                <a:lnTo>
                  <a:pt x="3120732" y="360740"/>
                </a:lnTo>
                <a:cubicBezTo>
                  <a:pt x="3125788" y="390746"/>
                  <a:pt x="3128238" y="421389"/>
                  <a:pt x="3128196" y="452471"/>
                </a:cubicBezTo>
                <a:cubicBezTo>
                  <a:pt x="3129508" y="458057"/>
                  <a:pt x="3129566" y="463681"/>
                  <a:pt x="3129566" y="469318"/>
                </a:cubicBezTo>
                <a:cubicBezTo>
                  <a:pt x="3129566" y="473110"/>
                  <a:pt x="3129539" y="476896"/>
                  <a:pt x="3128973" y="480669"/>
                </a:cubicBezTo>
                <a:lnTo>
                  <a:pt x="3128474" y="480636"/>
                </a:lnTo>
                <a:lnTo>
                  <a:pt x="3128448" y="481127"/>
                </a:lnTo>
                <a:lnTo>
                  <a:pt x="3111330" y="479514"/>
                </a:lnTo>
                <a:cubicBezTo>
                  <a:pt x="3078956" y="478991"/>
                  <a:pt x="3047075" y="476033"/>
                  <a:pt x="3015903" y="470523"/>
                </a:cubicBezTo>
                <a:cubicBezTo>
                  <a:pt x="3010326" y="470939"/>
                  <a:pt x="3004997" y="469998"/>
                  <a:pt x="2999687" y="468995"/>
                </a:cubicBezTo>
                <a:lnTo>
                  <a:pt x="2999571" y="467856"/>
                </a:lnTo>
                <a:cubicBezTo>
                  <a:pt x="2758165" y="428211"/>
                  <a:pt x="2551973" y="289169"/>
                  <a:pt x="2428199" y="95636"/>
                </a:cubicBezTo>
                <a:close/>
                <a:moveTo>
                  <a:pt x="2299523" y="1313979"/>
                </a:moveTo>
                <a:cubicBezTo>
                  <a:pt x="2299523" y="1308297"/>
                  <a:pt x="2299582" y="1302628"/>
                  <a:pt x="2300894" y="1296998"/>
                </a:cubicBezTo>
                <a:cubicBezTo>
                  <a:pt x="2300852" y="1265670"/>
                  <a:pt x="2303301" y="1234785"/>
                  <a:pt x="2308358" y="1204541"/>
                </a:cubicBezTo>
                <a:lnTo>
                  <a:pt x="2308898" y="1197851"/>
                </a:lnTo>
                <a:cubicBezTo>
                  <a:pt x="2309067" y="1197846"/>
                  <a:pt x="2309236" y="1197841"/>
                  <a:pt x="2309404" y="1197788"/>
                </a:cubicBezTo>
                <a:cubicBezTo>
                  <a:pt x="2359680" y="844922"/>
                  <a:pt x="2640719" y="564145"/>
                  <a:pt x="2999570" y="504747"/>
                </a:cubicBezTo>
                <a:lnTo>
                  <a:pt x="2999687" y="503599"/>
                </a:lnTo>
                <a:cubicBezTo>
                  <a:pt x="3004995" y="502589"/>
                  <a:pt x="3010323" y="501641"/>
                  <a:pt x="3015899" y="502060"/>
                </a:cubicBezTo>
                <a:cubicBezTo>
                  <a:pt x="3047083" y="496503"/>
                  <a:pt x="3078975" y="493522"/>
                  <a:pt x="3111361" y="492995"/>
                </a:cubicBezTo>
                <a:lnTo>
                  <a:pt x="3128448" y="491372"/>
                </a:lnTo>
                <a:lnTo>
                  <a:pt x="3128474" y="491866"/>
                </a:lnTo>
                <a:lnTo>
                  <a:pt x="3128972" y="491833"/>
                </a:lnTo>
                <a:lnTo>
                  <a:pt x="3129566" y="503273"/>
                </a:lnTo>
                <a:cubicBezTo>
                  <a:pt x="3129566" y="508954"/>
                  <a:pt x="3129508" y="514621"/>
                  <a:pt x="3128196" y="520249"/>
                </a:cubicBezTo>
                <a:cubicBezTo>
                  <a:pt x="3128238" y="551584"/>
                  <a:pt x="3125787" y="582475"/>
                  <a:pt x="3120729" y="612725"/>
                </a:cubicBezTo>
                <a:lnTo>
                  <a:pt x="3120190" y="619401"/>
                </a:lnTo>
                <a:cubicBezTo>
                  <a:pt x="3120021" y="619406"/>
                  <a:pt x="3119852" y="619411"/>
                  <a:pt x="3119685" y="619464"/>
                </a:cubicBezTo>
                <a:cubicBezTo>
                  <a:pt x="3069409" y="972329"/>
                  <a:pt x="2788370" y="1253106"/>
                  <a:pt x="2429519" y="1312505"/>
                </a:cubicBezTo>
                <a:lnTo>
                  <a:pt x="2429403" y="1313653"/>
                </a:lnTo>
                <a:cubicBezTo>
                  <a:pt x="2424092" y="1314664"/>
                  <a:pt x="2418763" y="1315612"/>
                  <a:pt x="2413186" y="1315193"/>
                </a:cubicBezTo>
                <a:cubicBezTo>
                  <a:pt x="2382014" y="1320747"/>
                  <a:pt x="2350134" y="1323728"/>
                  <a:pt x="2317760" y="1324255"/>
                </a:cubicBezTo>
                <a:lnTo>
                  <a:pt x="2300641" y="1325881"/>
                </a:lnTo>
                <a:lnTo>
                  <a:pt x="2300615" y="1325386"/>
                </a:lnTo>
                <a:lnTo>
                  <a:pt x="2300116" y="1325419"/>
                </a:lnTo>
                <a:cubicBezTo>
                  <a:pt x="2299550" y="1321617"/>
                  <a:pt x="2299523" y="1317801"/>
                  <a:pt x="2299523" y="1313979"/>
                </a:cubicBezTo>
                <a:close/>
                <a:moveTo>
                  <a:pt x="2299523" y="1361805"/>
                </a:moveTo>
                <a:lnTo>
                  <a:pt x="2300117" y="1350455"/>
                </a:lnTo>
                <a:lnTo>
                  <a:pt x="2300615" y="1350487"/>
                </a:lnTo>
                <a:lnTo>
                  <a:pt x="2300641" y="1349997"/>
                </a:lnTo>
                <a:lnTo>
                  <a:pt x="2317729" y="1351607"/>
                </a:lnTo>
                <a:cubicBezTo>
                  <a:pt x="2350114" y="1352130"/>
                  <a:pt x="2382007" y="1355088"/>
                  <a:pt x="2413190" y="1360601"/>
                </a:cubicBezTo>
                <a:cubicBezTo>
                  <a:pt x="2418766" y="1360185"/>
                  <a:pt x="2424094" y="1361126"/>
                  <a:pt x="2429403" y="1362128"/>
                </a:cubicBezTo>
                <a:lnTo>
                  <a:pt x="2429520" y="1363267"/>
                </a:lnTo>
                <a:cubicBezTo>
                  <a:pt x="2788370" y="1422199"/>
                  <a:pt x="3069409" y="1700770"/>
                  <a:pt x="3119686" y="2050865"/>
                </a:cubicBezTo>
                <a:cubicBezTo>
                  <a:pt x="3119853" y="2050918"/>
                  <a:pt x="3120023" y="2050923"/>
                  <a:pt x="3120191" y="2050928"/>
                </a:cubicBezTo>
                <a:lnTo>
                  <a:pt x="3120732" y="2057565"/>
                </a:lnTo>
                <a:cubicBezTo>
                  <a:pt x="3125788" y="2087572"/>
                  <a:pt x="3128238" y="2118214"/>
                  <a:pt x="3128196" y="2149296"/>
                </a:cubicBezTo>
                <a:cubicBezTo>
                  <a:pt x="3129508" y="2154882"/>
                  <a:pt x="3129566" y="2160506"/>
                  <a:pt x="3129566" y="2166144"/>
                </a:cubicBezTo>
                <a:cubicBezTo>
                  <a:pt x="3129566" y="2169936"/>
                  <a:pt x="3129539" y="2173722"/>
                  <a:pt x="3128973" y="2177494"/>
                </a:cubicBezTo>
                <a:lnTo>
                  <a:pt x="3128474" y="2177461"/>
                </a:lnTo>
                <a:lnTo>
                  <a:pt x="3128448" y="2177952"/>
                </a:lnTo>
                <a:lnTo>
                  <a:pt x="3111330" y="2176339"/>
                </a:lnTo>
                <a:cubicBezTo>
                  <a:pt x="3078956" y="2175816"/>
                  <a:pt x="3047075" y="2172858"/>
                  <a:pt x="3015903" y="2167348"/>
                </a:cubicBezTo>
                <a:cubicBezTo>
                  <a:pt x="3010326" y="2167764"/>
                  <a:pt x="3004997" y="2166823"/>
                  <a:pt x="2999687" y="2165820"/>
                </a:cubicBezTo>
                <a:lnTo>
                  <a:pt x="2999571" y="2164681"/>
                </a:lnTo>
                <a:cubicBezTo>
                  <a:pt x="2640719" y="2105749"/>
                  <a:pt x="2359680" y="1827177"/>
                  <a:pt x="2309405" y="1477083"/>
                </a:cubicBezTo>
                <a:cubicBezTo>
                  <a:pt x="2309237" y="1477030"/>
                  <a:pt x="2309069" y="1477026"/>
                  <a:pt x="2308899" y="1477021"/>
                </a:cubicBezTo>
                <a:lnTo>
                  <a:pt x="2308361" y="1470397"/>
                </a:lnTo>
                <a:cubicBezTo>
                  <a:pt x="2303302" y="1440385"/>
                  <a:pt x="2300852" y="1409736"/>
                  <a:pt x="2300894" y="1378647"/>
                </a:cubicBezTo>
                <a:cubicBezTo>
                  <a:pt x="2299582" y="1373063"/>
                  <a:pt x="2299523" y="1367441"/>
                  <a:pt x="2299523" y="1361805"/>
                </a:cubicBezTo>
                <a:close/>
                <a:moveTo>
                  <a:pt x="2299523" y="3010804"/>
                </a:moveTo>
                <a:cubicBezTo>
                  <a:pt x="2299523" y="3005122"/>
                  <a:pt x="2299582" y="2999453"/>
                  <a:pt x="2300894" y="2993823"/>
                </a:cubicBezTo>
                <a:cubicBezTo>
                  <a:pt x="2300852" y="2962495"/>
                  <a:pt x="2303301" y="2931610"/>
                  <a:pt x="2308358" y="2901366"/>
                </a:cubicBezTo>
                <a:lnTo>
                  <a:pt x="2308898" y="2894676"/>
                </a:lnTo>
                <a:cubicBezTo>
                  <a:pt x="2309067" y="2894671"/>
                  <a:pt x="2309236" y="2894666"/>
                  <a:pt x="2309404" y="2894613"/>
                </a:cubicBezTo>
                <a:cubicBezTo>
                  <a:pt x="2359680" y="2541747"/>
                  <a:pt x="2640719" y="2260970"/>
                  <a:pt x="2999570" y="2201572"/>
                </a:cubicBezTo>
                <a:lnTo>
                  <a:pt x="2999687" y="2200424"/>
                </a:lnTo>
                <a:cubicBezTo>
                  <a:pt x="3004995" y="2199414"/>
                  <a:pt x="3010323" y="2198466"/>
                  <a:pt x="3015899" y="2198885"/>
                </a:cubicBezTo>
                <a:cubicBezTo>
                  <a:pt x="3047083" y="2193328"/>
                  <a:pt x="3078975" y="2190347"/>
                  <a:pt x="3111361" y="2189820"/>
                </a:cubicBezTo>
                <a:lnTo>
                  <a:pt x="3128448" y="2188197"/>
                </a:lnTo>
                <a:lnTo>
                  <a:pt x="3128474" y="2188691"/>
                </a:lnTo>
                <a:lnTo>
                  <a:pt x="3128972" y="2188658"/>
                </a:lnTo>
                <a:lnTo>
                  <a:pt x="3129566" y="2200098"/>
                </a:lnTo>
                <a:cubicBezTo>
                  <a:pt x="3129566" y="2205779"/>
                  <a:pt x="3129508" y="2211446"/>
                  <a:pt x="3128196" y="2217074"/>
                </a:cubicBezTo>
                <a:cubicBezTo>
                  <a:pt x="3128238" y="2248409"/>
                  <a:pt x="3125787" y="2279300"/>
                  <a:pt x="3120729" y="2309550"/>
                </a:cubicBezTo>
                <a:lnTo>
                  <a:pt x="3120190" y="2316226"/>
                </a:lnTo>
                <a:cubicBezTo>
                  <a:pt x="3120021" y="2316231"/>
                  <a:pt x="3119852" y="2316236"/>
                  <a:pt x="3119685" y="2316289"/>
                </a:cubicBezTo>
                <a:cubicBezTo>
                  <a:pt x="3069409" y="2669154"/>
                  <a:pt x="2788370" y="2949931"/>
                  <a:pt x="2429519" y="3009330"/>
                </a:cubicBezTo>
                <a:lnTo>
                  <a:pt x="2429403" y="3010478"/>
                </a:lnTo>
                <a:cubicBezTo>
                  <a:pt x="2424092" y="3011489"/>
                  <a:pt x="2418763" y="3012437"/>
                  <a:pt x="2413186" y="3012018"/>
                </a:cubicBezTo>
                <a:cubicBezTo>
                  <a:pt x="2382014" y="3017572"/>
                  <a:pt x="2350134" y="3020553"/>
                  <a:pt x="2317760" y="3021080"/>
                </a:cubicBezTo>
                <a:lnTo>
                  <a:pt x="2300641" y="3022706"/>
                </a:lnTo>
                <a:lnTo>
                  <a:pt x="2300615" y="3022211"/>
                </a:lnTo>
                <a:lnTo>
                  <a:pt x="2300116" y="3022244"/>
                </a:lnTo>
                <a:cubicBezTo>
                  <a:pt x="2299550" y="3018442"/>
                  <a:pt x="2299523" y="3014626"/>
                  <a:pt x="2299523" y="3010804"/>
                </a:cubicBezTo>
                <a:close/>
                <a:moveTo>
                  <a:pt x="2299523" y="3058630"/>
                </a:moveTo>
                <a:lnTo>
                  <a:pt x="2300117" y="3047280"/>
                </a:lnTo>
                <a:lnTo>
                  <a:pt x="2300615" y="3047312"/>
                </a:lnTo>
                <a:lnTo>
                  <a:pt x="2300641" y="3046822"/>
                </a:lnTo>
                <a:lnTo>
                  <a:pt x="2317729" y="3048432"/>
                </a:lnTo>
                <a:cubicBezTo>
                  <a:pt x="2350114" y="3048955"/>
                  <a:pt x="2382007" y="3051913"/>
                  <a:pt x="2413190" y="3057426"/>
                </a:cubicBezTo>
                <a:cubicBezTo>
                  <a:pt x="2418766" y="3057010"/>
                  <a:pt x="2424094" y="3057951"/>
                  <a:pt x="2429403" y="3058953"/>
                </a:cubicBezTo>
                <a:lnTo>
                  <a:pt x="2429520" y="3060092"/>
                </a:lnTo>
                <a:cubicBezTo>
                  <a:pt x="2788370" y="3119024"/>
                  <a:pt x="3069409" y="3397595"/>
                  <a:pt x="3119686" y="3747690"/>
                </a:cubicBezTo>
                <a:cubicBezTo>
                  <a:pt x="3119853" y="3747743"/>
                  <a:pt x="3120023" y="3747748"/>
                  <a:pt x="3120191" y="3747753"/>
                </a:cubicBezTo>
                <a:lnTo>
                  <a:pt x="3120732" y="3754390"/>
                </a:lnTo>
                <a:cubicBezTo>
                  <a:pt x="3125788" y="3784397"/>
                  <a:pt x="3128238" y="3815039"/>
                  <a:pt x="3128196" y="3846121"/>
                </a:cubicBezTo>
                <a:cubicBezTo>
                  <a:pt x="3129508" y="3851707"/>
                  <a:pt x="3129566" y="3857331"/>
                  <a:pt x="3129566" y="3862969"/>
                </a:cubicBezTo>
                <a:cubicBezTo>
                  <a:pt x="3129566" y="3866761"/>
                  <a:pt x="3129539" y="3870547"/>
                  <a:pt x="3128973" y="3874319"/>
                </a:cubicBezTo>
                <a:lnTo>
                  <a:pt x="3128474" y="3874286"/>
                </a:lnTo>
                <a:lnTo>
                  <a:pt x="3128448" y="3874777"/>
                </a:lnTo>
                <a:lnTo>
                  <a:pt x="3111330" y="3873164"/>
                </a:lnTo>
                <a:cubicBezTo>
                  <a:pt x="3078956" y="3872641"/>
                  <a:pt x="3047075" y="3869683"/>
                  <a:pt x="3015903" y="3864173"/>
                </a:cubicBezTo>
                <a:cubicBezTo>
                  <a:pt x="3010326" y="3864589"/>
                  <a:pt x="3004997" y="3863648"/>
                  <a:pt x="2999687" y="3862645"/>
                </a:cubicBezTo>
                <a:lnTo>
                  <a:pt x="2999571" y="3861506"/>
                </a:lnTo>
                <a:cubicBezTo>
                  <a:pt x="2640719" y="3802574"/>
                  <a:pt x="2359680" y="3524002"/>
                  <a:pt x="2309405" y="3173908"/>
                </a:cubicBezTo>
                <a:cubicBezTo>
                  <a:pt x="2309237" y="3173856"/>
                  <a:pt x="2309069" y="3173851"/>
                  <a:pt x="2308899" y="3173846"/>
                </a:cubicBezTo>
                <a:lnTo>
                  <a:pt x="2308361" y="3167222"/>
                </a:lnTo>
                <a:cubicBezTo>
                  <a:pt x="2303302" y="3137210"/>
                  <a:pt x="2300852" y="3106561"/>
                  <a:pt x="2300894" y="3075472"/>
                </a:cubicBezTo>
                <a:cubicBezTo>
                  <a:pt x="2299582" y="3069889"/>
                  <a:pt x="2299523" y="3064266"/>
                  <a:pt x="2299523" y="3058630"/>
                </a:cubicBezTo>
                <a:close/>
                <a:moveTo>
                  <a:pt x="1601297" y="636203"/>
                </a:moveTo>
                <a:cubicBezTo>
                  <a:pt x="1654573" y="907109"/>
                  <a:pt x="1869416" y="1121906"/>
                  <a:pt x="2144606" y="1181049"/>
                </a:cubicBezTo>
                <a:cubicBezTo>
                  <a:pt x="2091331" y="910143"/>
                  <a:pt x="1876487" y="695346"/>
                  <a:pt x="1601297" y="636203"/>
                </a:cubicBezTo>
                <a:close/>
                <a:moveTo>
                  <a:pt x="1601297" y="2333028"/>
                </a:moveTo>
                <a:cubicBezTo>
                  <a:pt x="1654573" y="2603934"/>
                  <a:pt x="1869416" y="2818731"/>
                  <a:pt x="2144606" y="2877874"/>
                </a:cubicBezTo>
                <a:cubicBezTo>
                  <a:pt x="2091331" y="2606968"/>
                  <a:pt x="1876487" y="2392171"/>
                  <a:pt x="1601297" y="2333028"/>
                </a:cubicBezTo>
                <a:close/>
                <a:moveTo>
                  <a:pt x="1601295" y="2034258"/>
                </a:moveTo>
                <a:cubicBezTo>
                  <a:pt x="1876485" y="1975579"/>
                  <a:pt x="2091328" y="1762469"/>
                  <a:pt x="2144604" y="1493690"/>
                </a:cubicBezTo>
                <a:cubicBezTo>
                  <a:pt x="1869414" y="1552369"/>
                  <a:pt x="1654570" y="1765479"/>
                  <a:pt x="1601295" y="2034258"/>
                </a:cubicBezTo>
                <a:close/>
                <a:moveTo>
                  <a:pt x="1601295" y="3731083"/>
                </a:moveTo>
                <a:cubicBezTo>
                  <a:pt x="1876485" y="3672404"/>
                  <a:pt x="2091328" y="3459294"/>
                  <a:pt x="2144604" y="3190516"/>
                </a:cubicBezTo>
                <a:cubicBezTo>
                  <a:pt x="1869414" y="3249194"/>
                  <a:pt x="1654570" y="3462304"/>
                  <a:pt x="1601295" y="3731083"/>
                </a:cubicBezTo>
                <a:close/>
                <a:moveTo>
                  <a:pt x="1457930" y="503273"/>
                </a:moveTo>
                <a:lnTo>
                  <a:pt x="1458524" y="491833"/>
                </a:lnTo>
                <a:lnTo>
                  <a:pt x="1459022" y="491866"/>
                </a:lnTo>
                <a:lnTo>
                  <a:pt x="1459048" y="491372"/>
                </a:lnTo>
                <a:lnTo>
                  <a:pt x="1476135" y="492995"/>
                </a:lnTo>
                <a:cubicBezTo>
                  <a:pt x="1508521" y="493522"/>
                  <a:pt x="1540413" y="496503"/>
                  <a:pt x="1571597" y="502060"/>
                </a:cubicBezTo>
                <a:cubicBezTo>
                  <a:pt x="1577173" y="501641"/>
                  <a:pt x="1582501" y="502589"/>
                  <a:pt x="1587809" y="503599"/>
                </a:cubicBezTo>
                <a:lnTo>
                  <a:pt x="1587926" y="504747"/>
                </a:lnTo>
                <a:cubicBezTo>
                  <a:pt x="1946777" y="564145"/>
                  <a:pt x="2227816" y="844922"/>
                  <a:pt x="2278092" y="1197788"/>
                </a:cubicBezTo>
                <a:cubicBezTo>
                  <a:pt x="2278260" y="1197841"/>
                  <a:pt x="2278429" y="1197846"/>
                  <a:pt x="2278598" y="1197851"/>
                </a:cubicBezTo>
                <a:lnTo>
                  <a:pt x="2279138" y="1204541"/>
                </a:lnTo>
                <a:cubicBezTo>
                  <a:pt x="2284195" y="1234785"/>
                  <a:pt x="2286644" y="1265670"/>
                  <a:pt x="2286602" y="1296998"/>
                </a:cubicBezTo>
                <a:cubicBezTo>
                  <a:pt x="2287914" y="1302628"/>
                  <a:pt x="2287973" y="1308297"/>
                  <a:pt x="2287973" y="1313979"/>
                </a:cubicBezTo>
                <a:cubicBezTo>
                  <a:pt x="2287973" y="1317801"/>
                  <a:pt x="2287946" y="1321617"/>
                  <a:pt x="2287380" y="1325419"/>
                </a:cubicBezTo>
                <a:lnTo>
                  <a:pt x="2286881" y="1325386"/>
                </a:lnTo>
                <a:lnTo>
                  <a:pt x="2286855" y="1325881"/>
                </a:lnTo>
                <a:lnTo>
                  <a:pt x="2269736" y="1324255"/>
                </a:lnTo>
                <a:cubicBezTo>
                  <a:pt x="2237362" y="1323728"/>
                  <a:pt x="2205482" y="1320747"/>
                  <a:pt x="2174310" y="1315193"/>
                </a:cubicBezTo>
                <a:cubicBezTo>
                  <a:pt x="2168733" y="1315612"/>
                  <a:pt x="2163404" y="1314664"/>
                  <a:pt x="2158093" y="1313653"/>
                </a:cubicBezTo>
                <a:lnTo>
                  <a:pt x="2157977" y="1312505"/>
                </a:lnTo>
                <a:cubicBezTo>
                  <a:pt x="1799126" y="1253106"/>
                  <a:pt x="1518087" y="972329"/>
                  <a:pt x="1467811" y="619464"/>
                </a:cubicBezTo>
                <a:cubicBezTo>
                  <a:pt x="1467644" y="619411"/>
                  <a:pt x="1467475" y="619406"/>
                  <a:pt x="1467306" y="619401"/>
                </a:cubicBezTo>
                <a:lnTo>
                  <a:pt x="1466767" y="612725"/>
                </a:lnTo>
                <a:cubicBezTo>
                  <a:pt x="1461709" y="582475"/>
                  <a:pt x="1459258" y="551584"/>
                  <a:pt x="1459300" y="520249"/>
                </a:cubicBezTo>
                <a:cubicBezTo>
                  <a:pt x="1457988" y="514621"/>
                  <a:pt x="1457930" y="508954"/>
                  <a:pt x="1457930" y="503273"/>
                </a:cubicBezTo>
                <a:close/>
                <a:moveTo>
                  <a:pt x="1457930" y="2200098"/>
                </a:moveTo>
                <a:lnTo>
                  <a:pt x="1458524" y="2188658"/>
                </a:lnTo>
                <a:lnTo>
                  <a:pt x="1459022" y="2188691"/>
                </a:lnTo>
                <a:lnTo>
                  <a:pt x="1459048" y="2188197"/>
                </a:lnTo>
                <a:lnTo>
                  <a:pt x="1476135" y="2189820"/>
                </a:lnTo>
                <a:cubicBezTo>
                  <a:pt x="1508521" y="2190347"/>
                  <a:pt x="1540413" y="2193328"/>
                  <a:pt x="1571597" y="2198885"/>
                </a:cubicBezTo>
                <a:cubicBezTo>
                  <a:pt x="1577173" y="2198466"/>
                  <a:pt x="1582501" y="2199414"/>
                  <a:pt x="1587809" y="2200424"/>
                </a:cubicBezTo>
                <a:lnTo>
                  <a:pt x="1587926" y="2201572"/>
                </a:lnTo>
                <a:cubicBezTo>
                  <a:pt x="1946777" y="2260970"/>
                  <a:pt x="2227816" y="2541747"/>
                  <a:pt x="2278092" y="2894613"/>
                </a:cubicBezTo>
                <a:cubicBezTo>
                  <a:pt x="2278260" y="2894666"/>
                  <a:pt x="2278429" y="2894671"/>
                  <a:pt x="2278598" y="2894676"/>
                </a:cubicBezTo>
                <a:lnTo>
                  <a:pt x="2279138" y="2901366"/>
                </a:lnTo>
                <a:cubicBezTo>
                  <a:pt x="2284195" y="2931610"/>
                  <a:pt x="2286644" y="2962495"/>
                  <a:pt x="2286602" y="2993823"/>
                </a:cubicBezTo>
                <a:cubicBezTo>
                  <a:pt x="2287914" y="2999453"/>
                  <a:pt x="2287973" y="3005122"/>
                  <a:pt x="2287973" y="3010804"/>
                </a:cubicBezTo>
                <a:cubicBezTo>
                  <a:pt x="2287973" y="3014626"/>
                  <a:pt x="2287946" y="3018442"/>
                  <a:pt x="2287380" y="3022244"/>
                </a:cubicBezTo>
                <a:lnTo>
                  <a:pt x="2286881" y="3022211"/>
                </a:lnTo>
                <a:lnTo>
                  <a:pt x="2286855" y="3022706"/>
                </a:lnTo>
                <a:lnTo>
                  <a:pt x="2269736" y="3021080"/>
                </a:lnTo>
                <a:cubicBezTo>
                  <a:pt x="2237362" y="3020553"/>
                  <a:pt x="2205482" y="3017572"/>
                  <a:pt x="2174310" y="3012018"/>
                </a:cubicBezTo>
                <a:cubicBezTo>
                  <a:pt x="2168733" y="3012437"/>
                  <a:pt x="2163404" y="3011489"/>
                  <a:pt x="2158093" y="3010478"/>
                </a:cubicBezTo>
                <a:lnTo>
                  <a:pt x="2157977" y="3009330"/>
                </a:lnTo>
                <a:cubicBezTo>
                  <a:pt x="1799126" y="2949931"/>
                  <a:pt x="1518087" y="2669154"/>
                  <a:pt x="1467811" y="2316289"/>
                </a:cubicBezTo>
                <a:cubicBezTo>
                  <a:pt x="1467644" y="2316236"/>
                  <a:pt x="1467475" y="2316231"/>
                  <a:pt x="1467306" y="2316226"/>
                </a:cubicBezTo>
                <a:lnTo>
                  <a:pt x="1466767" y="2309550"/>
                </a:lnTo>
                <a:cubicBezTo>
                  <a:pt x="1461709" y="2279300"/>
                  <a:pt x="1459258" y="2248409"/>
                  <a:pt x="1459300" y="2217074"/>
                </a:cubicBezTo>
                <a:cubicBezTo>
                  <a:pt x="1457988" y="2211446"/>
                  <a:pt x="1457930" y="2205779"/>
                  <a:pt x="1457930" y="2200098"/>
                </a:cubicBezTo>
                <a:close/>
                <a:moveTo>
                  <a:pt x="1457930" y="3896923"/>
                </a:moveTo>
                <a:lnTo>
                  <a:pt x="1458524" y="3885483"/>
                </a:lnTo>
                <a:lnTo>
                  <a:pt x="1459022" y="3885516"/>
                </a:lnTo>
                <a:lnTo>
                  <a:pt x="1459048" y="3885022"/>
                </a:lnTo>
                <a:lnTo>
                  <a:pt x="1476135" y="3886645"/>
                </a:lnTo>
                <a:cubicBezTo>
                  <a:pt x="1508521" y="3887172"/>
                  <a:pt x="1540413" y="3890153"/>
                  <a:pt x="1571597" y="3895710"/>
                </a:cubicBezTo>
                <a:cubicBezTo>
                  <a:pt x="1577173" y="3895291"/>
                  <a:pt x="1582501" y="3896239"/>
                  <a:pt x="1587809" y="3897249"/>
                </a:cubicBezTo>
                <a:lnTo>
                  <a:pt x="1587926" y="3898397"/>
                </a:lnTo>
                <a:cubicBezTo>
                  <a:pt x="1821986" y="3937139"/>
                  <a:pt x="2022942" y="4070062"/>
                  <a:pt x="2148179" y="4255797"/>
                </a:cubicBezTo>
                <a:lnTo>
                  <a:pt x="2176624" y="4305008"/>
                </a:lnTo>
                <a:lnTo>
                  <a:pt x="2025574" y="4305008"/>
                </a:lnTo>
                <a:lnTo>
                  <a:pt x="1973451" y="4241205"/>
                </a:lnTo>
                <a:cubicBezTo>
                  <a:pt x="1876755" y="4136681"/>
                  <a:pt x="1747549" y="4061285"/>
                  <a:pt x="1601297" y="4029853"/>
                </a:cubicBezTo>
                <a:cubicBezTo>
                  <a:pt x="1618544" y="4117553"/>
                  <a:pt x="1652724" y="4199373"/>
                  <a:pt x="1700478" y="4271827"/>
                </a:cubicBezTo>
                <a:lnTo>
                  <a:pt x="1727160" y="4305008"/>
                </a:lnTo>
                <a:lnTo>
                  <a:pt x="1573050" y="4305008"/>
                </a:lnTo>
                <a:lnTo>
                  <a:pt x="1542929" y="4254710"/>
                </a:lnTo>
                <a:cubicBezTo>
                  <a:pt x="1505726" y="4179889"/>
                  <a:pt x="1479994" y="4098618"/>
                  <a:pt x="1467811" y="4013114"/>
                </a:cubicBezTo>
                <a:cubicBezTo>
                  <a:pt x="1467644" y="4013061"/>
                  <a:pt x="1467475" y="4013056"/>
                  <a:pt x="1467306" y="4013051"/>
                </a:cubicBezTo>
                <a:lnTo>
                  <a:pt x="1466767" y="4006375"/>
                </a:lnTo>
                <a:cubicBezTo>
                  <a:pt x="1461709" y="3976125"/>
                  <a:pt x="1459258" y="3945234"/>
                  <a:pt x="1459300" y="3913899"/>
                </a:cubicBezTo>
                <a:cubicBezTo>
                  <a:pt x="1457988" y="3908271"/>
                  <a:pt x="1457930" y="3902604"/>
                  <a:pt x="1457930" y="3896923"/>
                </a:cubicBezTo>
                <a:close/>
                <a:moveTo>
                  <a:pt x="1457928" y="469318"/>
                </a:moveTo>
                <a:cubicBezTo>
                  <a:pt x="1457928" y="463681"/>
                  <a:pt x="1457986" y="458057"/>
                  <a:pt x="1459298" y="452471"/>
                </a:cubicBezTo>
                <a:cubicBezTo>
                  <a:pt x="1459256" y="421389"/>
                  <a:pt x="1461706" y="390746"/>
                  <a:pt x="1466762" y="360740"/>
                </a:cubicBezTo>
                <a:lnTo>
                  <a:pt x="1467303" y="354103"/>
                </a:lnTo>
                <a:cubicBezTo>
                  <a:pt x="1467471" y="354098"/>
                  <a:pt x="1467641" y="354093"/>
                  <a:pt x="1467808" y="354040"/>
                </a:cubicBezTo>
                <a:cubicBezTo>
                  <a:pt x="1480960" y="262463"/>
                  <a:pt x="1509901" y="175780"/>
                  <a:pt x="1552022" y="96778"/>
                </a:cubicBezTo>
                <a:lnTo>
                  <a:pt x="1614656" y="0"/>
                </a:lnTo>
                <a:lnTo>
                  <a:pt x="1783031" y="0"/>
                </a:lnTo>
                <a:lnTo>
                  <a:pt x="1714803" y="76659"/>
                </a:lnTo>
                <a:cubicBezTo>
                  <a:pt x="1659536" y="153496"/>
                  <a:pt x="1620221" y="241952"/>
                  <a:pt x="1601295" y="337433"/>
                </a:cubicBezTo>
                <a:cubicBezTo>
                  <a:pt x="1784335" y="298404"/>
                  <a:pt x="1940676" y="191052"/>
                  <a:pt x="2040269" y="44350"/>
                </a:cubicBezTo>
                <a:lnTo>
                  <a:pt x="2062497" y="0"/>
                </a:lnTo>
                <a:lnTo>
                  <a:pt x="2211135" y="0"/>
                </a:lnTo>
                <a:lnTo>
                  <a:pt x="2159296" y="95636"/>
                </a:lnTo>
                <a:cubicBezTo>
                  <a:pt x="2035522" y="289169"/>
                  <a:pt x="1829330" y="428211"/>
                  <a:pt x="1587923" y="467856"/>
                </a:cubicBezTo>
                <a:lnTo>
                  <a:pt x="1587807" y="468995"/>
                </a:lnTo>
                <a:cubicBezTo>
                  <a:pt x="1582497" y="469998"/>
                  <a:pt x="1577168" y="470939"/>
                  <a:pt x="1571591" y="470523"/>
                </a:cubicBezTo>
                <a:cubicBezTo>
                  <a:pt x="1540419" y="476033"/>
                  <a:pt x="1508538" y="478991"/>
                  <a:pt x="1476164" y="479514"/>
                </a:cubicBezTo>
                <a:lnTo>
                  <a:pt x="1459046" y="481127"/>
                </a:lnTo>
                <a:lnTo>
                  <a:pt x="1459020" y="480636"/>
                </a:lnTo>
                <a:lnTo>
                  <a:pt x="1458521" y="480669"/>
                </a:lnTo>
                <a:cubicBezTo>
                  <a:pt x="1457955" y="476896"/>
                  <a:pt x="1457928" y="473110"/>
                  <a:pt x="1457928" y="469318"/>
                </a:cubicBezTo>
                <a:close/>
                <a:moveTo>
                  <a:pt x="1457928" y="2166144"/>
                </a:moveTo>
                <a:cubicBezTo>
                  <a:pt x="1457928" y="2160506"/>
                  <a:pt x="1457986" y="2154882"/>
                  <a:pt x="1459298" y="2149296"/>
                </a:cubicBezTo>
                <a:cubicBezTo>
                  <a:pt x="1459256" y="2118214"/>
                  <a:pt x="1461706" y="2087572"/>
                  <a:pt x="1466762" y="2057565"/>
                </a:cubicBezTo>
                <a:lnTo>
                  <a:pt x="1467303" y="2050928"/>
                </a:lnTo>
                <a:cubicBezTo>
                  <a:pt x="1467471" y="2050923"/>
                  <a:pt x="1467641" y="2050918"/>
                  <a:pt x="1467808" y="2050865"/>
                </a:cubicBezTo>
                <a:cubicBezTo>
                  <a:pt x="1518085" y="1700770"/>
                  <a:pt x="1799124" y="1422199"/>
                  <a:pt x="2157974" y="1363267"/>
                </a:cubicBezTo>
                <a:lnTo>
                  <a:pt x="2158091" y="1362128"/>
                </a:lnTo>
                <a:cubicBezTo>
                  <a:pt x="2163400" y="1361126"/>
                  <a:pt x="2168728" y="1360185"/>
                  <a:pt x="2174304" y="1360601"/>
                </a:cubicBezTo>
                <a:cubicBezTo>
                  <a:pt x="2205487" y="1355088"/>
                  <a:pt x="2237380" y="1352130"/>
                  <a:pt x="2269765" y="1351607"/>
                </a:cubicBezTo>
                <a:lnTo>
                  <a:pt x="2286853" y="1349997"/>
                </a:lnTo>
                <a:lnTo>
                  <a:pt x="2286879" y="1350487"/>
                </a:lnTo>
                <a:lnTo>
                  <a:pt x="2287377" y="1350455"/>
                </a:lnTo>
                <a:lnTo>
                  <a:pt x="2287971" y="1361805"/>
                </a:lnTo>
                <a:cubicBezTo>
                  <a:pt x="2287971" y="1367441"/>
                  <a:pt x="2287912" y="1373063"/>
                  <a:pt x="2286600" y="1378647"/>
                </a:cubicBezTo>
                <a:cubicBezTo>
                  <a:pt x="2286642" y="1409736"/>
                  <a:pt x="2284192" y="1440385"/>
                  <a:pt x="2279133" y="1470397"/>
                </a:cubicBezTo>
                <a:lnTo>
                  <a:pt x="2278595" y="1477021"/>
                </a:lnTo>
                <a:cubicBezTo>
                  <a:pt x="2278425" y="1477026"/>
                  <a:pt x="2278257" y="1477030"/>
                  <a:pt x="2278089" y="1477083"/>
                </a:cubicBezTo>
                <a:cubicBezTo>
                  <a:pt x="2227814" y="1827177"/>
                  <a:pt x="1946775" y="2105749"/>
                  <a:pt x="1587923" y="2164681"/>
                </a:cubicBezTo>
                <a:lnTo>
                  <a:pt x="1587807" y="2165820"/>
                </a:lnTo>
                <a:cubicBezTo>
                  <a:pt x="1582497" y="2166823"/>
                  <a:pt x="1577168" y="2167764"/>
                  <a:pt x="1571591" y="2167348"/>
                </a:cubicBezTo>
                <a:cubicBezTo>
                  <a:pt x="1540419" y="2172858"/>
                  <a:pt x="1508538" y="2175816"/>
                  <a:pt x="1476164" y="2176339"/>
                </a:cubicBezTo>
                <a:lnTo>
                  <a:pt x="1459046" y="2177952"/>
                </a:lnTo>
                <a:lnTo>
                  <a:pt x="1459020" y="2177461"/>
                </a:lnTo>
                <a:lnTo>
                  <a:pt x="1458521" y="2177494"/>
                </a:lnTo>
                <a:cubicBezTo>
                  <a:pt x="1457955" y="2173722"/>
                  <a:pt x="1457928" y="2169936"/>
                  <a:pt x="1457928" y="2166144"/>
                </a:cubicBezTo>
                <a:close/>
                <a:moveTo>
                  <a:pt x="1457928" y="3862969"/>
                </a:moveTo>
                <a:cubicBezTo>
                  <a:pt x="1457928" y="3857331"/>
                  <a:pt x="1457986" y="3851707"/>
                  <a:pt x="1459298" y="3846121"/>
                </a:cubicBezTo>
                <a:cubicBezTo>
                  <a:pt x="1459256" y="3815039"/>
                  <a:pt x="1461706" y="3784397"/>
                  <a:pt x="1466762" y="3754390"/>
                </a:cubicBezTo>
                <a:lnTo>
                  <a:pt x="1467303" y="3747753"/>
                </a:lnTo>
                <a:cubicBezTo>
                  <a:pt x="1467471" y="3747748"/>
                  <a:pt x="1467641" y="3747743"/>
                  <a:pt x="1467808" y="3747690"/>
                </a:cubicBezTo>
                <a:cubicBezTo>
                  <a:pt x="1518085" y="3397595"/>
                  <a:pt x="1799124" y="3119024"/>
                  <a:pt x="2157974" y="3060092"/>
                </a:cubicBezTo>
                <a:lnTo>
                  <a:pt x="2158091" y="3058953"/>
                </a:lnTo>
                <a:cubicBezTo>
                  <a:pt x="2163400" y="3057951"/>
                  <a:pt x="2168728" y="3057010"/>
                  <a:pt x="2174304" y="3057426"/>
                </a:cubicBezTo>
                <a:cubicBezTo>
                  <a:pt x="2205487" y="3051913"/>
                  <a:pt x="2237380" y="3048955"/>
                  <a:pt x="2269765" y="3048432"/>
                </a:cubicBezTo>
                <a:lnTo>
                  <a:pt x="2286853" y="3046822"/>
                </a:lnTo>
                <a:lnTo>
                  <a:pt x="2286879" y="3047312"/>
                </a:lnTo>
                <a:lnTo>
                  <a:pt x="2287377" y="3047280"/>
                </a:lnTo>
                <a:lnTo>
                  <a:pt x="2287971" y="3058630"/>
                </a:lnTo>
                <a:cubicBezTo>
                  <a:pt x="2287971" y="3064266"/>
                  <a:pt x="2287912" y="3069889"/>
                  <a:pt x="2286600" y="3075472"/>
                </a:cubicBezTo>
                <a:cubicBezTo>
                  <a:pt x="2286642" y="3106561"/>
                  <a:pt x="2284192" y="3137210"/>
                  <a:pt x="2279133" y="3167222"/>
                </a:cubicBezTo>
                <a:lnTo>
                  <a:pt x="2278595" y="3173846"/>
                </a:lnTo>
                <a:cubicBezTo>
                  <a:pt x="2278425" y="3173851"/>
                  <a:pt x="2278257" y="3173856"/>
                  <a:pt x="2278089" y="3173908"/>
                </a:cubicBezTo>
                <a:cubicBezTo>
                  <a:pt x="2227814" y="3524002"/>
                  <a:pt x="1946775" y="3802574"/>
                  <a:pt x="1587923" y="3861506"/>
                </a:cubicBezTo>
                <a:lnTo>
                  <a:pt x="1587807" y="3862645"/>
                </a:lnTo>
                <a:cubicBezTo>
                  <a:pt x="1582497" y="3863648"/>
                  <a:pt x="1577168" y="3864589"/>
                  <a:pt x="1571591" y="3864173"/>
                </a:cubicBezTo>
                <a:cubicBezTo>
                  <a:pt x="1540419" y="3869683"/>
                  <a:pt x="1508538" y="3872641"/>
                  <a:pt x="1476164" y="3873164"/>
                </a:cubicBezTo>
                <a:lnTo>
                  <a:pt x="1459046" y="3874777"/>
                </a:lnTo>
                <a:lnTo>
                  <a:pt x="1459020" y="3874286"/>
                </a:lnTo>
                <a:lnTo>
                  <a:pt x="1458521" y="3874319"/>
                </a:lnTo>
                <a:cubicBezTo>
                  <a:pt x="1457955" y="3870547"/>
                  <a:pt x="1457928" y="3866761"/>
                  <a:pt x="1457928" y="3862969"/>
                </a:cubicBezTo>
                <a:close/>
                <a:moveTo>
                  <a:pt x="750739" y="1181049"/>
                </a:moveTo>
                <a:cubicBezTo>
                  <a:pt x="1025929" y="1121906"/>
                  <a:pt x="1240772" y="907109"/>
                  <a:pt x="1294048" y="636203"/>
                </a:cubicBezTo>
                <a:cubicBezTo>
                  <a:pt x="1018858" y="695346"/>
                  <a:pt x="804014" y="910143"/>
                  <a:pt x="750739" y="1181049"/>
                </a:cubicBezTo>
                <a:close/>
                <a:moveTo>
                  <a:pt x="750739" y="1493690"/>
                </a:moveTo>
                <a:cubicBezTo>
                  <a:pt x="804015" y="1762469"/>
                  <a:pt x="1018858" y="1975579"/>
                  <a:pt x="1294048" y="2034258"/>
                </a:cubicBezTo>
                <a:cubicBezTo>
                  <a:pt x="1240773" y="1765479"/>
                  <a:pt x="1025929" y="1552369"/>
                  <a:pt x="750739" y="1493690"/>
                </a:cubicBezTo>
                <a:close/>
                <a:moveTo>
                  <a:pt x="750739" y="2877874"/>
                </a:moveTo>
                <a:cubicBezTo>
                  <a:pt x="1025929" y="2818731"/>
                  <a:pt x="1240772" y="2603934"/>
                  <a:pt x="1294048" y="2333028"/>
                </a:cubicBezTo>
                <a:cubicBezTo>
                  <a:pt x="1018858" y="2392171"/>
                  <a:pt x="804014" y="2606968"/>
                  <a:pt x="750739" y="2877874"/>
                </a:cubicBezTo>
                <a:close/>
                <a:moveTo>
                  <a:pt x="750739" y="3190516"/>
                </a:moveTo>
                <a:cubicBezTo>
                  <a:pt x="804015" y="3459294"/>
                  <a:pt x="1018858" y="3672404"/>
                  <a:pt x="1294048" y="3731083"/>
                </a:cubicBezTo>
                <a:cubicBezTo>
                  <a:pt x="1240773" y="3462304"/>
                  <a:pt x="1025929" y="3249194"/>
                  <a:pt x="750739" y="3190516"/>
                </a:cubicBezTo>
                <a:close/>
                <a:moveTo>
                  <a:pt x="718720" y="4305008"/>
                </a:moveTo>
                <a:lnTo>
                  <a:pt x="747165" y="4255797"/>
                </a:lnTo>
                <a:cubicBezTo>
                  <a:pt x="872402" y="4070062"/>
                  <a:pt x="1073359" y="3937139"/>
                  <a:pt x="1307418" y="3898397"/>
                </a:cubicBezTo>
                <a:lnTo>
                  <a:pt x="1307535" y="3897249"/>
                </a:lnTo>
                <a:cubicBezTo>
                  <a:pt x="1312844" y="3896239"/>
                  <a:pt x="1318172" y="3895291"/>
                  <a:pt x="1323748" y="3895710"/>
                </a:cubicBezTo>
                <a:cubicBezTo>
                  <a:pt x="1354931" y="3890153"/>
                  <a:pt x="1386824" y="3887172"/>
                  <a:pt x="1419209" y="3886645"/>
                </a:cubicBezTo>
                <a:lnTo>
                  <a:pt x="1436297" y="3885022"/>
                </a:lnTo>
                <a:lnTo>
                  <a:pt x="1436323" y="3885516"/>
                </a:lnTo>
                <a:lnTo>
                  <a:pt x="1436821" y="3885483"/>
                </a:lnTo>
                <a:lnTo>
                  <a:pt x="1437415" y="3896923"/>
                </a:lnTo>
                <a:cubicBezTo>
                  <a:pt x="1437415" y="3902604"/>
                  <a:pt x="1437356" y="3908271"/>
                  <a:pt x="1436044" y="3913899"/>
                </a:cubicBezTo>
                <a:cubicBezTo>
                  <a:pt x="1436086" y="3945234"/>
                  <a:pt x="1433636" y="3976125"/>
                  <a:pt x="1428577" y="4006375"/>
                </a:cubicBezTo>
                <a:lnTo>
                  <a:pt x="1428039" y="4013051"/>
                </a:lnTo>
                <a:cubicBezTo>
                  <a:pt x="1427869" y="4013056"/>
                  <a:pt x="1427701" y="4013061"/>
                  <a:pt x="1427533" y="4013114"/>
                </a:cubicBezTo>
                <a:cubicBezTo>
                  <a:pt x="1415351" y="4098618"/>
                  <a:pt x="1389619" y="4179889"/>
                  <a:pt x="1352416" y="4254710"/>
                </a:cubicBezTo>
                <a:lnTo>
                  <a:pt x="1322295" y="4305008"/>
                </a:lnTo>
                <a:lnTo>
                  <a:pt x="1168185" y="4305008"/>
                </a:lnTo>
                <a:lnTo>
                  <a:pt x="1194867" y="4271827"/>
                </a:lnTo>
                <a:cubicBezTo>
                  <a:pt x="1242622" y="4199373"/>
                  <a:pt x="1276801" y="4117553"/>
                  <a:pt x="1294048" y="4029853"/>
                </a:cubicBezTo>
                <a:cubicBezTo>
                  <a:pt x="1147796" y="4061285"/>
                  <a:pt x="1018589" y="4136681"/>
                  <a:pt x="921894" y="4241205"/>
                </a:cubicBezTo>
                <a:lnTo>
                  <a:pt x="869771" y="4305008"/>
                </a:lnTo>
                <a:close/>
                <a:moveTo>
                  <a:pt x="684209" y="0"/>
                </a:moveTo>
                <a:lnTo>
                  <a:pt x="832847" y="0"/>
                </a:lnTo>
                <a:lnTo>
                  <a:pt x="855075" y="44350"/>
                </a:lnTo>
                <a:cubicBezTo>
                  <a:pt x="954668" y="191053"/>
                  <a:pt x="1111009" y="298404"/>
                  <a:pt x="1294048" y="337433"/>
                </a:cubicBezTo>
                <a:cubicBezTo>
                  <a:pt x="1275123" y="241952"/>
                  <a:pt x="1235808" y="153496"/>
                  <a:pt x="1180541" y="76659"/>
                </a:cubicBezTo>
                <a:lnTo>
                  <a:pt x="1112313" y="0"/>
                </a:lnTo>
                <a:lnTo>
                  <a:pt x="1280688" y="0"/>
                </a:lnTo>
                <a:lnTo>
                  <a:pt x="1343322" y="96778"/>
                </a:lnTo>
                <a:cubicBezTo>
                  <a:pt x="1385443" y="175780"/>
                  <a:pt x="1414383" y="262463"/>
                  <a:pt x="1427534" y="354040"/>
                </a:cubicBezTo>
                <a:cubicBezTo>
                  <a:pt x="1427702" y="354093"/>
                  <a:pt x="1427871" y="354098"/>
                  <a:pt x="1428040" y="354102"/>
                </a:cubicBezTo>
                <a:lnTo>
                  <a:pt x="1428580" y="360740"/>
                </a:lnTo>
                <a:cubicBezTo>
                  <a:pt x="1433637" y="390746"/>
                  <a:pt x="1436086" y="421389"/>
                  <a:pt x="1436044" y="452471"/>
                </a:cubicBezTo>
                <a:cubicBezTo>
                  <a:pt x="1437356" y="458057"/>
                  <a:pt x="1437415" y="463681"/>
                  <a:pt x="1437415" y="469318"/>
                </a:cubicBezTo>
                <a:cubicBezTo>
                  <a:pt x="1437415" y="473111"/>
                  <a:pt x="1437388" y="476896"/>
                  <a:pt x="1436822" y="480669"/>
                </a:cubicBezTo>
                <a:lnTo>
                  <a:pt x="1436323" y="480636"/>
                </a:lnTo>
                <a:lnTo>
                  <a:pt x="1436297" y="481127"/>
                </a:lnTo>
                <a:lnTo>
                  <a:pt x="1419178" y="479514"/>
                </a:lnTo>
                <a:cubicBezTo>
                  <a:pt x="1386804" y="478991"/>
                  <a:pt x="1354924" y="476033"/>
                  <a:pt x="1323752" y="470523"/>
                </a:cubicBezTo>
                <a:cubicBezTo>
                  <a:pt x="1318175" y="470939"/>
                  <a:pt x="1312846" y="469998"/>
                  <a:pt x="1307535" y="468995"/>
                </a:cubicBezTo>
                <a:lnTo>
                  <a:pt x="1307419" y="467856"/>
                </a:lnTo>
                <a:cubicBezTo>
                  <a:pt x="1066014" y="428211"/>
                  <a:pt x="859822" y="289169"/>
                  <a:pt x="736048" y="95636"/>
                </a:cubicBezTo>
                <a:close/>
                <a:moveTo>
                  <a:pt x="607372" y="1313979"/>
                </a:moveTo>
                <a:cubicBezTo>
                  <a:pt x="607372" y="1308297"/>
                  <a:pt x="607430" y="1302628"/>
                  <a:pt x="608742" y="1296998"/>
                </a:cubicBezTo>
                <a:cubicBezTo>
                  <a:pt x="608700" y="1265670"/>
                  <a:pt x="611150" y="1234785"/>
                  <a:pt x="616206" y="1204541"/>
                </a:cubicBezTo>
                <a:lnTo>
                  <a:pt x="616747" y="1197851"/>
                </a:lnTo>
                <a:cubicBezTo>
                  <a:pt x="616915" y="1197846"/>
                  <a:pt x="617085" y="1197841"/>
                  <a:pt x="617252" y="1197788"/>
                </a:cubicBezTo>
                <a:cubicBezTo>
                  <a:pt x="667529" y="844922"/>
                  <a:pt x="948568" y="564145"/>
                  <a:pt x="1307418" y="504747"/>
                </a:cubicBezTo>
                <a:lnTo>
                  <a:pt x="1307535" y="503599"/>
                </a:lnTo>
                <a:cubicBezTo>
                  <a:pt x="1312844" y="502589"/>
                  <a:pt x="1318172" y="501641"/>
                  <a:pt x="1323748" y="502060"/>
                </a:cubicBezTo>
                <a:cubicBezTo>
                  <a:pt x="1354931" y="496503"/>
                  <a:pt x="1386824" y="493522"/>
                  <a:pt x="1419209" y="492995"/>
                </a:cubicBezTo>
                <a:lnTo>
                  <a:pt x="1436297" y="491372"/>
                </a:lnTo>
                <a:lnTo>
                  <a:pt x="1436323" y="491866"/>
                </a:lnTo>
                <a:lnTo>
                  <a:pt x="1436821" y="491833"/>
                </a:lnTo>
                <a:lnTo>
                  <a:pt x="1437415" y="503273"/>
                </a:lnTo>
                <a:cubicBezTo>
                  <a:pt x="1437415" y="508954"/>
                  <a:pt x="1437356" y="514621"/>
                  <a:pt x="1436044" y="520249"/>
                </a:cubicBezTo>
                <a:cubicBezTo>
                  <a:pt x="1436086" y="551584"/>
                  <a:pt x="1433636" y="582475"/>
                  <a:pt x="1428577" y="612725"/>
                </a:cubicBezTo>
                <a:lnTo>
                  <a:pt x="1428039" y="619401"/>
                </a:lnTo>
                <a:cubicBezTo>
                  <a:pt x="1427869" y="619406"/>
                  <a:pt x="1427701" y="619411"/>
                  <a:pt x="1427533" y="619464"/>
                </a:cubicBezTo>
                <a:cubicBezTo>
                  <a:pt x="1377258" y="972329"/>
                  <a:pt x="1096219" y="1253106"/>
                  <a:pt x="737367" y="1312505"/>
                </a:cubicBezTo>
                <a:lnTo>
                  <a:pt x="737251" y="1313653"/>
                </a:lnTo>
                <a:cubicBezTo>
                  <a:pt x="731941" y="1314664"/>
                  <a:pt x="726612" y="1315612"/>
                  <a:pt x="721035" y="1315193"/>
                </a:cubicBezTo>
                <a:cubicBezTo>
                  <a:pt x="689863" y="1320747"/>
                  <a:pt x="657982" y="1323728"/>
                  <a:pt x="625608" y="1324255"/>
                </a:cubicBezTo>
                <a:lnTo>
                  <a:pt x="608490" y="1325881"/>
                </a:lnTo>
                <a:lnTo>
                  <a:pt x="608464" y="1325386"/>
                </a:lnTo>
                <a:lnTo>
                  <a:pt x="607965" y="1325419"/>
                </a:lnTo>
                <a:cubicBezTo>
                  <a:pt x="607399" y="1321617"/>
                  <a:pt x="607372" y="1317801"/>
                  <a:pt x="607372" y="1313979"/>
                </a:cubicBezTo>
                <a:close/>
                <a:moveTo>
                  <a:pt x="607372" y="1361805"/>
                </a:moveTo>
                <a:lnTo>
                  <a:pt x="607966" y="1350455"/>
                </a:lnTo>
                <a:lnTo>
                  <a:pt x="608464" y="1350487"/>
                </a:lnTo>
                <a:lnTo>
                  <a:pt x="608490" y="1349997"/>
                </a:lnTo>
                <a:lnTo>
                  <a:pt x="625577" y="1351607"/>
                </a:lnTo>
                <a:cubicBezTo>
                  <a:pt x="657963" y="1352130"/>
                  <a:pt x="689855" y="1355088"/>
                  <a:pt x="721039" y="1360601"/>
                </a:cubicBezTo>
                <a:cubicBezTo>
                  <a:pt x="726615" y="1360185"/>
                  <a:pt x="731943" y="1361126"/>
                  <a:pt x="737251" y="1362128"/>
                </a:cubicBezTo>
                <a:lnTo>
                  <a:pt x="737368" y="1363267"/>
                </a:lnTo>
                <a:cubicBezTo>
                  <a:pt x="1096219" y="1422199"/>
                  <a:pt x="1377258" y="1700770"/>
                  <a:pt x="1427534" y="2050865"/>
                </a:cubicBezTo>
                <a:cubicBezTo>
                  <a:pt x="1427702" y="2050918"/>
                  <a:pt x="1427871" y="2050923"/>
                  <a:pt x="1428040" y="2050928"/>
                </a:cubicBezTo>
                <a:lnTo>
                  <a:pt x="1428580" y="2057565"/>
                </a:lnTo>
                <a:cubicBezTo>
                  <a:pt x="1433637" y="2087572"/>
                  <a:pt x="1436086" y="2118214"/>
                  <a:pt x="1436044" y="2149296"/>
                </a:cubicBezTo>
                <a:cubicBezTo>
                  <a:pt x="1437356" y="2154882"/>
                  <a:pt x="1437415" y="2160506"/>
                  <a:pt x="1437415" y="2166144"/>
                </a:cubicBezTo>
                <a:cubicBezTo>
                  <a:pt x="1437415" y="2169936"/>
                  <a:pt x="1437388" y="2173722"/>
                  <a:pt x="1436822" y="2177494"/>
                </a:cubicBezTo>
                <a:lnTo>
                  <a:pt x="1436323" y="2177461"/>
                </a:lnTo>
                <a:lnTo>
                  <a:pt x="1436297" y="2177952"/>
                </a:lnTo>
                <a:lnTo>
                  <a:pt x="1419178" y="2176339"/>
                </a:lnTo>
                <a:cubicBezTo>
                  <a:pt x="1386804" y="2175816"/>
                  <a:pt x="1354924" y="2172858"/>
                  <a:pt x="1323752" y="2167348"/>
                </a:cubicBezTo>
                <a:cubicBezTo>
                  <a:pt x="1318175" y="2167764"/>
                  <a:pt x="1312846" y="2166823"/>
                  <a:pt x="1307535" y="2165820"/>
                </a:cubicBezTo>
                <a:lnTo>
                  <a:pt x="1307419" y="2164681"/>
                </a:lnTo>
                <a:cubicBezTo>
                  <a:pt x="948568" y="2105749"/>
                  <a:pt x="667529" y="1827177"/>
                  <a:pt x="617253" y="1477083"/>
                </a:cubicBezTo>
                <a:cubicBezTo>
                  <a:pt x="617086" y="1477030"/>
                  <a:pt x="616917" y="1477026"/>
                  <a:pt x="616748" y="1477021"/>
                </a:cubicBezTo>
                <a:lnTo>
                  <a:pt x="616209" y="1470397"/>
                </a:lnTo>
                <a:cubicBezTo>
                  <a:pt x="611151" y="1440385"/>
                  <a:pt x="608700" y="1409736"/>
                  <a:pt x="608742" y="1378647"/>
                </a:cubicBezTo>
                <a:cubicBezTo>
                  <a:pt x="607430" y="1373063"/>
                  <a:pt x="607372" y="1367441"/>
                  <a:pt x="607372" y="1361805"/>
                </a:cubicBezTo>
                <a:close/>
                <a:moveTo>
                  <a:pt x="607372" y="3010804"/>
                </a:moveTo>
                <a:cubicBezTo>
                  <a:pt x="607372" y="3005122"/>
                  <a:pt x="607430" y="2999453"/>
                  <a:pt x="608742" y="2993823"/>
                </a:cubicBezTo>
                <a:cubicBezTo>
                  <a:pt x="608700" y="2962495"/>
                  <a:pt x="611150" y="2931610"/>
                  <a:pt x="616206" y="2901366"/>
                </a:cubicBezTo>
                <a:lnTo>
                  <a:pt x="616747" y="2894676"/>
                </a:lnTo>
                <a:cubicBezTo>
                  <a:pt x="616915" y="2894671"/>
                  <a:pt x="617085" y="2894666"/>
                  <a:pt x="617252" y="2894613"/>
                </a:cubicBezTo>
                <a:cubicBezTo>
                  <a:pt x="667529" y="2541747"/>
                  <a:pt x="948568" y="2260970"/>
                  <a:pt x="1307418" y="2201572"/>
                </a:cubicBezTo>
                <a:lnTo>
                  <a:pt x="1307535" y="2200424"/>
                </a:lnTo>
                <a:cubicBezTo>
                  <a:pt x="1312844" y="2199414"/>
                  <a:pt x="1318172" y="2198466"/>
                  <a:pt x="1323748" y="2198885"/>
                </a:cubicBezTo>
                <a:cubicBezTo>
                  <a:pt x="1354931" y="2193328"/>
                  <a:pt x="1386824" y="2190347"/>
                  <a:pt x="1419209" y="2189820"/>
                </a:cubicBezTo>
                <a:lnTo>
                  <a:pt x="1436297" y="2188197"/>
                </a:lnTo>
                <a:lnTo>
                  <a:pt x="1436323" y="2188691"/>
                </a:lnTo>
                <a:lnTo>
                  <a:pt x="1436821" y="2188658"/>
                </a:lnTo>
                <a:lnTo>
                  <a:pt x="1437415" y="2200098"/>
                </a:lnTo>
                <a:cubicBezTo>
                  <a:pt x="1437415" y="2205779"/>
                  <a:pt x="1437356" y="2211446"/>
                  <a:pt x="1436044" y="2217074"/>
                </a:cubicBezTo>
                <a:cubicBezTo>
                  <a:pt x="1436086" y="2248409"/>
                  <a:pt x="1433636" y="2279300"/>
                  <a:pt x="1428577" y="2309550"/>
                </a:cubicBezTo>
                <a:lnTo>
                  <a:pt x="1428039" y="2316226"/>
                </a:lnTo>
                <a:cubicBezTo>
                  <a:pt x="1427869" y="2316231"/>
                  <a:pt x="1427701" y="2316236"/>
                  <a:pt x="1427533" y="2316289"/>
                </a:cubicBezTo>
                <a:cubicBezTo>
                  <a:pt x="1377258" y="2669154"/>
                  <a:pt x="1096219" y="2949931"/>
                  <a:pt x="737367" y="3009330"/>
                </a:cubicBezTo>
                <a:lnTo>
                  <a:pt x="737251" y="3010478"/>
                </a:lnTo>
                <a:cubicBezTo>
                  <a:pt x="731941" y="3011489"/>
                  <a:pt x="726612" y="3012437"/>
                  <a:pt x="721035" y="3012018"/>
                </a:cubicBezTo>
                <a:cubicBezTo>
                  <a:pt x="689863" y="3017572"/>
                  <a:pt x="657982" y="3020553"/>
                  <a:pt x="625608" y="3021080"/>
                </a:cubicBezTo>
                <a:lnTo>
                  <a:pt x="608490" y="3022706"/>
                </a:lnTo>
                <a:lnTo>
                  <a:pt x="608464" y="3022211"/>
                </a:lnTo>
                <a:lnTo>
                  <a:pt x="607965" y="3022244"/>
                </a:lnTo>
                <a:cubicBezTo>
                  <a:pt x="607399" y="3018442"/>
                  <a:pt x="607372" y="3014626"/>
                  <a:pt x="607372" y="3010804"/>
                </a:cubicBezTo>
                <a:close/>
                <a:moveTo>
                  <a:pt x="607372" y="3058630"/>
                </a:moveTo>
                <a:lnTo>
                  <a:pt x="607966" y="3047280"/>
                </a:lnTo>
                <a:lnTo>
                  <a:pt x="608464" y="3047312"/>
                </a:lnTo>
                <a:lnTo>
                  <a:pt x="608490" y="3046822"/>
                </a:lnTo>
                <a:lnTo>
                  <a:pt x="625577" y="3048432"/>
                </a:lnTo>
                <a:cubicBezTo>
                  <a:pt x="657963" y="3048955"/>
                  <a:pt x="689855" y="3051913"/>
                  <a:pt x="721039" y="3057426"/>
                </a:cubicBezTo>
                <a:cubicBezTo>
                  <a:pt x="726615" y="3057010"/>
                  <a:pt x="731943" y="3057951"/>
                  <a:pt x="737251" y="3058953"/>
                </a:cubicBezTo>
                <a:lnTo>
                  <a:pt x="737368" y="3060092"/>
                </a:lnTo>
                <a:cubicBezTo>
                  <a:pt x="1096219" y="3119024"/>
                  <a:pt x="1377258" y="3397595"/>
                  <a:pt x="1427534" y="3747690"/>
                </a:cubicBezTo>
                <a:cubicBezTo>
                  <a:pt x="1427702" y="3747743"/>
                  <a:pt x="1427871" y="3747748"/>
                  <a:pt x="1428040" y="3747753"/>
                </a:cubicBezTo>
                <a:lnTo>
                  <a:pt x="1428580" y="3754390"/>
                </a:lnTo>
                <a:cubicBezTo>
                  <a:pt x="1433637" y="3784397"/>
                  <a:pt x="1436086" y="3815039"/>
                  <a:pt x="1436044" y="3846121"/>
                </a:cubicBezTo>
                <a:cubicBezTo>
                  <a:pt x="1437356" y="3851707"/>
                  <a:pt x="1437415" y="3857331"/>
                  <a:pt x="1437415" y="3862969"/>
                </a:cubicBezTo>
                <a:cubicBezTo>
                  <a:pt x="1437415" y="3866761"/>
                  <a:pt x="1437388" y="3870547"/>
                  <a:pt x="1436822" y="3874319"/>
                </a:cubicBezTo>
                <a:lnTo>
                  <a:pt x="1436323" y="3874286"/>
                </a:lnTo>
                <a:lnTo>
                  <a:pt x="1436297" y="3874777"/>
                </a:lnTo>
                <a:lnTo>
                  <a:pt x="1419178" y="3873164"/>
                </a:lnTo>
                <a:cubicBezTo>
                  <a:pt x="1386804" y="3872641"/>
                  <a:pt x="1354924" y="3869683"/>
                  <a:pt x="1323752" y="3864173"/>
                </a:cubicBezTo>
                <a:cubicBezTo>
                  <a:pt x="1318175" y="3864589"/>
                  <a:pt x="1312846" y="3863648"/>
                  <a:pt x="1307535" y="3862645"/>
                </a:cubicBezTo>
                <a:lnTo>
                  <a:pt x="1307419" y="3861506"/>
                </a:lnTo>
                <a:cubicBezTo>
                  <a:pt x="948568" y="3802574"/>
                  <a:pt x="667529" y="3524002"/>
                  <a:pt x="617253" y="3173908"/>
                </a:cubicBezTo>
                <a:cubicBezTo>
                  <a:pt x="617086" y="3173856"/>
                  <a:pt x="616917" y="3173851"/>
                  <a:pt x="616748" y="3173846"/>
                </a:cubicBezTo>
                <a:lnTo>
                  <a:pt x="616209" y="3167222"/>
                </a:lnTo>
                <a:cubicBezTo>
                  <a:pt x="611151" y="3137210"/>
                  <a:pt x="608700" y="3106561"/>
                  <a:pt x="608742" y="3075472"/>
                </a:cubicBezTo>
                <a:cubicBezTo>
                  <a:pt x="607430" y="3069889"/>
                  <a:pt x="607372" y="3064266"/>
                  <a:pt x="607372" y="3058630"/>
                </a:cubicBezTo>
                <a:close/>
                <a:moveTo>
                  <a:pt x="0" y="116373"/>
                </a:moveTo>
                <a:lnTo>
                  <a:pt x="0" y="0"/>
                </a:lnTo>
                <a:lnTo>
                  <a:pt x="90880" y="0"/>
                </a:lnTo>
                <a:lnTo>
                  <a:pt x="22652" y="76659"/>
                </a:lnTo>
                <a:close/>
                <a:moveTo>
                  <a:pt x="0" y="443121"/>
                </a:moveTo>
                <a:lnTo>
                  <a:pt x="0" y="311637"/>
                </a:lnTo>
                <a:lnTo>
                  <a:pt x="82171" y="276703"/>
                </a:lnTo>
                <a:cubicBezTo>
                  <a:pt x="190106" y="222464"/>
                  <a:pt x="281723" y="142152"/>
                  <a:pt x="348118" y="44350"/>
                </a:cubicBezTo>
                <a:lnTo>
                  <a:pt x="370347" y="0"/>
                </a:lnTo>
                <a:lnTo>
                  <a:pt x="518984" y="0"/>
                </a:lnTo>
                <a:lnTo>
                  <a:pt x="467145" y="95636"/>
                </a:lnTo>
                <a:cubicBezTo>
                  <a:pt x="364000" y="256913"/>
                  <a:pt x="203621" y="380350"/>
                  <a:pt x="13323" y="439959"/>
                </a:cubicBezTo>
                <a:close/>
                <a:moveTo>
                  <a:pt x="0" y="1070142"/>
                </a:moveTo>
                <a:lnTo>
                  <a:pt x="0" y="862064"/>
                </a:lnTo>
                <a:lnTo>
                  <a:pt x="31905" y="912052"/>
                </a:lnTo>
                <a:cubicBezTo>
                  <a:pt x="132041" y="1046318"/>
                  <a:pt x="280461" y="1144085"/>
                  <a:pt x="452455" y="1181049"/>
                </a:cubicBezTo>
                <a:cubicBezTo>
                  <a:pt x="405840" y="944006"/>
                  <a:pt x="235523" y="749922"/>
                  <a:pt x="9316" y="665484"/>
                </a:cubicBezTo>
                <a:lnTo>
                  <a:pt x="0" y="662760"/>
                </a:lnTo>
                <a:lnTo>
                  <a:pt x="0" y="530567"/>
                </a:lnTo>
                <a:lnTo>
                  <a:pt x="26399" y="537107"/>
                </a:lnTo>
                <a:cubicBezTo>
                  <a:pt x="321280" y="635466"/>
                  <a:pt x="541950" y="889030"/>
                  <a:pt x="585941" y="1197788"/>
                </a:cubicBezTo>
                <a:cubicBezTo>
                  <a:pt x="586109" y="1197841"/>
                  <a:pt x="586278" y="1197846"/>
                  <a:pt x="586447" y="1197851"/>
                </a:cubicBezTo>
                <a:lnTo>
                  <a:pt x="586987" y="1204541"/>
                </a:lnTo>
                <a:cubicBezTo>
                  <a:pt x="592044" y="1234785"/>
                  <a:pt x="594493" y="1265670"/>
                  <a:pt x="594451" y="1296998"/>
                </a:cubicBezTo>
                <a:cubicBezTo>
                  <a:pt x="595763" y="1302628"/>
                  <a:pt x="595822" y="1308297"/>
                  <a:pt x="595822" y="1313979"/>
                </a:cubicBezTo>
                <a:cubicBezTo>
                  <a:pt x="595822" y="1317801"/>
                  <a:pt x="595795" y="1321617"/>
                  <a:pt x="595229" y="1325419"/>
                </a:cubicBezTo>
                <a:lnTo>
                  <a:pt x="594730" y="1325386"/>
                </a:lnTo>
                <a:lnTo>
                  <a:pt x="594704" y="1325881"/>
                </a:lnTo>
                <a:lnTo>
                  <a:pt x="577585" y="1324255"/>
                </a:lnTo>
                <a:cubicBezTo>
                  <a:pt x="545211" y="1323728"/>
                  <a:pt x="513331" y="1320747"/>
                  <a:pt x="482159" y="1315193"/>
                </a:cubicBezTo>
                <a:cubicBezTo>
                  <a:pt x="476582" y="1315612"/>
                  <a:pt x="471253" y="1314664"/>
                  <a:pt x="465942" y="1313653"/>
                </a:cubicBezTo>
                <a:lnTo>
                  <a:pt x="465826" y="1312505"/>
                </a:lnTo>
                <a:cubicBezTo>
                  <a:pt x="286401" y="1282806"/>
                  <a:pt x="126428" y="1197762"/>
                  <a:pt x="5028" y="1076034"/>
                </a:cubicBezTo>
                <a:close/>
                <a:moveTo>
                  <a:pt x="0" y="2139063"/>
                </a:moveTo>
                <a:lnTo>
                  <a:pt x="0" y="2007909"/>
                </a:lnTo>
                <a:lnTo>
                  <a:pt x="9314" y="2005207"/>
                </a:lnTo>
                <a:cubicBezTo>
                  <a:pt x="235521" y="1921432"/>
                  <a:pt x="405837" y="1728872"/>
                  <a:pt x="452453" y="1493690"/>
                </a:cubicBezTo>
                <a:cubicBezTo>
                  <a:pt x="280459" y="1530364"/>
                  <a:pt x="132038" y="1627363"/>
                  <a:pt x="31903" y="1760575"/>
                </a:cubicBezTo>
                <a:lnTo>
                  <a:pt x="0" y="1810167"/>
                </a:lnTo>
                <a:lnTo>
                  <a:pt x="0" y="1603724"/>
                </a:lnTo>
                <a:lnTo>
                  <a:pt x="5025" y="1597880"/>
                </a:lnTo>
                <a:cubicBezTo>
                  <a:pt x="126426" y="1477109"/>
                  <a:pt x="286398" y="1392733"/>
                  <a:pt x="465823" y="1363267"/>
                </a:cubicBezTo>
                <a:lnTo>
                  <a:pt x="465940" y="1362128"/>
                </a:lnTo>
                <a:cubicBezTo>
                  <a:pt x="471249" y="1361126"/>
                  <a:pt x="476577" y="1360185"/>
                  <a:pt x="482153" y="1360601"/>
                </a:cubicBezTo>
                <a:cubicBezTo>
                  <a:pt x="513336" y="1355088"/>
                  <a:pt x="545229" y="1352130"/>
                  <a:pt x="577614" y="1351607"/>
                </a:cubicBezTo>
                <a:lnTo>
                  <a:pt x="594702" y="1349997"/>
                </a:lnTo>
                <a:lnTo>
                  <a:pt x="594728" y="1350487"/>
                </a:lnTo>
                <a:lnTo>
                  <a:pt x="595226" y="1350455"/>
                </a:lnTo>
                <a:lnTo>
                  <a:pt x="595820" y="1361805"/>
                </a:lnTo>
                <a:cubicBezTo>
                  <a:pt x="595820" y="1367441"/>
                  <a:pt x="595761" y="1373063"/>
                  <a:pt x="594449" y="1378647"/>
                </a:cubicBezTo>
                <a:cubicBezTo>
                  <a:pt x="594491" y="1409736"/>
                  <a:pt x="592041" y="1440385"/>
                  <a:pt x="586982" y="1470397"/>
                </a:cubicBezTo>
                <a:lnTo>
                  <a:pt x="586444" y="1477021"/>
                </a:lnTo>
                <a:cubicBezTo>
                  <a:pt x="586274" y="1477026"/>
                  <a:pt x="586106" y="1477030"/>
                  <a:pt x="585938" y="1477083"/>
                </a:cubicBezTo>
                <a:cubicBezTo>
                  <a:pt x="541948" y="1783415"/>
                  <a:pt x="321278" y="2034989"/>
                  <a:pt x="26396" y="2132575"/>
                </a:cubicBezTo>
                <a:close/>
                <a:moveTo>
                  <a:pt x="0" y="2766967"/>
                </a:moveTo>
                <a:lnTo>
                  <a:pt x="0" y="2558889"/>
                </a:lnTo>
                <a:lnTo>
                  <a:pt x="31905" y="2608877"/>
                </a:lnTo>
                <a:cubicBezTo>
                  <a:pt x="132041" y="2743143"/>
                  <a:pt x="280461" y="2840910"/>
                  <a:pt x="452455" y="2877874"/>
                </a:cubicBezTo>
                <a:cubicBezTo>
                  <a:pt x="405840" y="2640831"/>
                  <a:pt x="235523" y="2446747"/>
                  <a:pt x="9316" y="2362309"/>
                </a:cubicBezTo>
                <a:lnTo>
                  <a:pt x="0" y="2359585"/>
                </a:lnTo>
                <a:lnTo>
                  <a:pt x="0" y="2227392"/>
                </a:lnTo>
                <a:lnTo>
                  <a:pt x="26399" y="2233932"/>
                </a:lnTo>
                <a:cubicBezTo>
                  <a:pt x="321280" y="2332291"/>
                  <a:pt x="541950" y="2585855"/>
                  <a:pt x="585941" y="2894613"/>
                </a:cubicBezTo>
                <a:cubicBezTo>
                  <a:pt x="586109" y="2894666"/>
                  <a:pt x="586278" y="2894671"/>
                  <a:pt x="586447" y="2894676"/>
                </a:cubicBezTo>
                <a:lnTo>
                  <a:pt x="586987" y="2901366"/>
                </a:lnTo>
                <a:cubicBezTo>
                  <a:pt x="592044" y="2931610"/>
                  <a:pt x="594493" y="2962495"/>
                  <a:pt x="594451" y="2993823"/>
                </a:cubicBezTo>
                <a:cubicBezTo>
                  <a:pt x="595763" y="2999453"/>
                  <a:pt x="595822" y="3005122"/>
                  <a:pt x="595822" y="3010804"/>
                </a:cubicBezTo>
                <a:cubicBezTo>
                  <a:pt x="595822" y="3014626"/>
                  <a:pt x="595795" y="3018442"/>
                  <a:pt x="595229" y="3022244"/>
                </a:cubicBezTo>
                <a:lnTo>
                  <a:pt x="594730" y="3022211"/>
                </a:lnTo>
                <a:lnTo>
                  <a:pt x="594704" y="3022706"/>
                </a:lnTo>
                <a:lnTo>
                  <a:pt x="577585" y="3021080"/>
                </a:lnTo>
                <a:cubicBezTo>
                  <a:pt x="545211" y="3020553"/>
                  <a:pt x="513331" y="3017572"/>
                  <a:pt x="482159" y="3012018"/>
                </a:cubicBezTo>
                <a:cubicBezTo>
                  <a:pt x="476582" y="3012437"/>
                  <a:pt x="471253" y="3011489"/>
                  <a:pt x="465942" y="3010478"/>
                </a:cubicBezTo>
                <a:lnTo>
                  <a:pt x="465826" y="3009330"/>
                </a:lnTo>
                <a:cubicBezTo>
                  <a:pt x="286401" y="2979630"/>
                  <a:pt x="126428" y="2894586"/>
                  <a:pt x="5028" y="2772859"/>
                </a:cubicBezTo>
                <a:close/>
                <a:moveTo>
                  <a:pt x="0" y="3835888"/>
                </a:moveTo>
                <a:lnTo>
                  <a:pt x="0" y="3704734"/>
                </a:lnTo>
                <a:lnTo>
                  <a:pt x="9314" y="3702032"/>
                </a:lnTo>
                <a:cubicBezTo>
                  <a:pt x="235521" y="3618257"/>
                  <a:pt x="405837" y="3425697"/>
                  <a:pt x="452453" y="3190516"/>
                </a:cubicBezTo>
                <a:cubicBezTo>
                  <a:pt x="280459" y="3227190"/>
                  <a:pt x="132038" y="3324188"/>
                  <a:pt x="31903" y="3457400"/>
                </a:cubicBezTo>
                <a:lnTo>
                  <a:pt x="0" y="3506992"/>
                </a:lnTo>
                <a:lnTo>
                  <a:pt x="0" y="3300549"/>
                </a:lnTo>
                <a:lnTo>
                  <a:pt x="5025" y="3294705"/>
                </a:lnTo>
                <a:cubicBezTo>
                  <a:pt x="126426" y="3173934"/>
                  <a:pt x="286398" y="3089558"/>
                  <a:pt x="465823" y="3060092"/>
                </a:cubicBezTo>
                <a:lnTo>
                  <a:pt x="465940" y="3058953"/>
                </a:lnTo>
                <a:cubicBezTo>
                  <a:pt x="471249" y="3057951"/>
                  <a:pt x="476577" y="3057010"/>
                  <a:pt x="482153" y="3057426"/>
                </a:cubicBezTo>
                <a:cubicBezTo>
                  <a:pt x="513336" y="3051913"/>
                  <a:pt x="545229" y="3048955"/>
                  <a:pt x="577614" y="3048432"/>
                </a:cubicBezTo>
                <a:lnTo>
                  <a:pt x="594702" y="3046822"/>
                </a:lnTo>
                <a:lnTo>
                  <a:pt x="594728" y="3047312"/>
                </a:lnTo>
                <a:lnTo>
                  <a:pt x="595226" y="3047280"/>
                </a:lnTo>
                <a:lnTo>
                  <a:pt x="595820" y="3058630"/>
                </a:lnTo>
                <a:cubicBezTo>
                  <a:pt x="595820" y="3064266"/>
                  <a:pt x="595761" y="3069889"/>
                  <a:pt x="594449" y="3075472"/>
                </a:cubicBezTo>
                <a:cubicBezTo>
                  <a:pt x="594491" y="3106561"/>
                  <a:pt x="592041" y="3137210"/>
                  <a:pt x="586982" y="3167222"/>
                </a:cubicBezTo>
                <a:lnTo>
                  <a:pt x="586444" y="3173846"/>
                </a:lnTo>
                <a:cubicBezTo>
                  <a:pt x="586274" y="3173851"/>
                  <a:pt x="586106" y="3173856"/>
                  <a:pt x="585938" y="3173908"/>
                </a:cubicBezTo>
                <a:cubicBezTo>
                  <a:pt x="541948" y="3480240"/>
                  <a:pt x="321278" y="3731813"/>
                  <a:pt x="26396" y="3829400"/>
                </a:cubicBezTo>
                <a:close/>
                <a:moveTo>
                  <a:pt x="0" y="4056079"/>
                </a:moveTo>
                <a:lnTo>
                  <a:pt x="0" y="3923091"/>
                </a:lnTo>
                <a:lnTo>
                  <a:pt x="9850" y="3925425"/>
                </a:lnTo>
                <a:cubicBezTo>
                  <a:pt x="194718" y="3982914"/>
                  <a:pt x="351664" y="4101018"/>
                  <a:pt x="456028" y="4255797"/>
                </a:cubicBezTo>
                <a:lnTo>
                  <a:pt x="484473" y="4305008"/>
                </a:lnTo>
                <a:lnTo>
                  <a:pt x="333423" y="4305008"/>
                </a:lnTo>
                <a:lnTo>
                  <a:pt x="281300" y="4241205"/>
                </a:lnTo>
                <a:cubicBezTo>
                  <a:pt x="223282" y="4178491"/>
                  <a:pt x="153561" y="4126262"/>
                  <a:pt x="75476" y="4087725"/>
                </a:cubicBezTo>
                <a:close/>
                <a:moveTo>
                  <a:pt x="0" y="4305008"/>
                </a:moveTo>
                <a:lnTo>
                  <a:pt x="0" y="4256099"/>
                </a:lnTo>
                <a:lnTo>
                  <a:pt x="8327" y="4271827"/>
                </a:lnTo>
                <a:lnTo>
                  <a:pt x="35009" y="430500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B26E892-1320-40AA-9CA1-246721C18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1444" y="620720"/>
            <a:ext cx="5492423" cy="559316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4918" y="1105351"/>
            <a:ext cx="4765475" cy="3023981"/>
          </a:xfrm>
        </p:spPr>
        <p:txBody>
          <a:bodyPr anchor="b">
            <a:normAutofit/>
          </a:bodyPr>
          <a:lstStyle/>
          <a:p>
            <a:pPr algn="l"/>
            <a:r>
              <a:rPr lang="en-US" sz="4200">
                <a:solidFill>
                  <a:srgbClr val="FFFFFF"/>
                </a:solidFill>
              </a:rPr>
              <a:t>E‑Commerce Sales Analysis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34918" y="4297556"/>
            <a:ext cx="4765476" cy="560249"/>
          </a:xfrm>
        </p:spPr>
        <p:txBody>
          <a:bodyPr anchor="t">
            <a:normAutofit/>
          </a:bodyPr>
          <a:lstStyle/>
          <a:p>
            <a:r>
              <a:rPr lang="en-GB" dirty="0">
                <a:solidFill>
                  <a:srgbClr val="FFFFFF"/>
                </a:solidFill>
              </a:rPr>
              <a:t>Full Project Report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9A1F79C-E4D1-4AAE-BA11-3A09005252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632199" y="4214336"/>
            <a:ext cx="3840480" cy="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C170DF7D-4686-4BD5-A9CD-C89649284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000" y="-2"/>
            <a:ext cx="123444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22F06-6017-4361-8872-E0E2CEB20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614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1" y="643467"/>
            <a:ext cx="2561709" cy="5571066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Project 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892BCF1-B5B0-C1F2-524D-E3DCC6637A8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1024814"/>
              </p:ext>
            </p:extLst>
          </p:nvPr>
        </p:nvGraphicFramePr>
        <p:xfrm>
          <a:off x="4202906" y="954088"/>
          <a:ext cx="4231481" cy="4921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22F06-6017-4361-8872-E0E2CEB20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614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1" y="643467"/>
            <a:ext cx="2561709" cy="5571066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Dataset Description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E364AD3-B2B8-3ABD-FACD-E2B9CA5FC8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4838241"/>
              </p:ext>
            </p:extLst>
          </p:nvPr>
        </p:nvGraphicFramePr>
        <p:xfrm>
          <a:off x="4202906" y="954088"/>
          <a:ext cx="4231481" cy="4921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22F06-6017-4361-8872-E0E2CEB20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614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1" y="643467"/>
            <a:ext cx="2561709" cy="5571066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Category Sales Analysis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4895E02-C690-B60B-4593-BDF0CE8F196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62398461"/>
              </p:ext>
            </p:extLst>
          </p:nvPr>
        </p:nvGraphicFramePr>
        <p:xfrm>
          <a:off x="4202906" y="954088"/>
          <a:ext cx="4231481" cy="4921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7422F06-6017-4361-8872-E0E2CEB20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614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1" y="643467"/>
            <a:ext cx="2561709" cy="5571066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Monthly Revenue Trends</a:t>
            </a:r>
          </a:p>
        </p:txBody>
      </p:sp>
      <p:graphicFrame>
        <p:nvGraphicFramePr>
          <p:cNvPr id="12" name="Content Placeholder 2">
            <a:extLst>
              <a:ext uri="{FF2B5EF4-FFF2-40B4-BE49-F238E27FC236}">
                <a16:creationId xmlns:a16="http://schemas.microsoft.com/office/drawing/2014/main" id="{D769D096-7B66-5FF3-6411-C8114FC77F2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8067487"/>
              </p:ext>
            </p:extLst>
          </p:nvPr>
        </p:nvGraphicFramePr>
        <p:xfrm>
          <a:off x="4202906" y="954088"/>
          <a:ext cx="4231481" cy="4921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ABE753E-4156-4486-B269-C34C2220E1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B9BFE9F-67FE-4BBC-BFED-6AA4C51D0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7850" y="0"/>
            <a:ext cx="34861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40451" y="643467"/>
            <a:ext cx="2561709" cy="5571066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Customer Behavior Insights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5D87B6E5-CD37-2F36-0E3B-52DC3078681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85107282"/>
              </p:ext>
            </p:extLst>
          </p:nvPr>
        </p:nvGraphicFramePr>
        <p:xfrm>
          <a:off x="678656" y="976313"/>
          <a:ext cx="4300537" cy="48974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5068B1C-1A28-475A-A0E0-4C23200D82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0" y="804333"/>
            <a:ext cx="3718717" cy="5249334"/>
          </a:xfrm>
        </p:spPr>
        <p:txBody>
          <a:bodyPr>
            <a:normAutofit/>
          </a:bodyPr>
          <a:lstStyle/>
          <a:p>
            <a:pPr algn="r"/>
            <a:r>
              <a:rPr lang="en-US">
                <a:solidFill>
                  <a:schemeClr val="bg1"/>
                </a:solidFill>
              </a:rPr>
              <a:t>Abandoned Orders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428773-F789-43B7-B5FD-AE49E5BD2E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ontent Placeholder 2"/>
          <p:cNvSpPr>
            <a:spLocks noGrp="1"/>
          </p:cNvSpPr>
          <p:nvPr>
            <p:ph idx="1"/>
          </p:nvPr>
        </p:nvSpPr>
        <p:spPr>
          <a:xfrm>
            <a:off x="4933950" y="804333"/>
            <a:ext cx="3848100" cy="524933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en-GB">
              <a:solidFill>
                <a:srgbClr val="FFFFFF"/>
              </a:solidFill>
            </a:endParaRPr>
          </a:p>
          <a:p>
            <a:pPr marL="0" indent="0">
              <a:buNone/>
            </a:pPr>
            <a:r>
              <a:rPr lang="en-GB">
                <a:solidFill>
                  <a:srgbClr val="FFFFFF"/>
                </a:solidFill>
              </a:rPr>
              <a:t>• A small percentage of orders marked unpaid</a:t>
            </a:r>
          </a:p>
          <a:p>
            <a:pPr marL="0" indent="0">
              <a:buNone/>
            </a:pPr>
            <a:r>
              <a:rPr lang="en-GB">
                <a:solidFill>
                  <a:srgbClr val="FFFFFF"/>
                </a:solidFill>
              </a:rPr>
              <a:t>• These represent potential revenue losses</a:t>
            </a:r>
          </a:p>
          <a:p>
            <a:pPr marL="0" indent="0">
              <a:buNone/>
            </a:pPr>
            <a:r>
              <a:rPr lang="en-GB">
                <a:solidFill>
                  <a:srgbClr val="FFFFFF"/>
                </a:solidFill>
              </a:rPr>
              <a:t>• Insight helps assess checkout process and customer experience issues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22F06-6017-4361-8872-E0E2CEB20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614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1" y="643467"/>
            <a:ext cx="2561709" cy="5571066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Conclusion &amp; Business Impact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9E776CD-A9CE-C279-723A-74BC33BC116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665196"/>
              </p:ext>
            </p:extLst>
          </p:nvPr>
        </p:nvGraphicFramePr>
        <p:xfrm>
          <a:off x="4202906" y="954088"/>
          <a:ext cx="4231481" cy="4921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3</TotalTime>
  <Words>220</Words>
  <Application>Microsoft Office PowerPoint</Application>
  <PresentationFormat>On-screen Show (4:3)</PresentationFormat>
  <Paragraphs>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Tw Cen MT</vt:lpstr>
      <vt:lpstr>Tw Cen MT Condensed</vt:lpstr>
      <vt:lpstr>Wingdings 3</vt:lpstr>
      <vt:lpstr>Integral</vt:lpstr>
      <vt:lpstr>E‑Commerce Sales Analysis Report</vt:lpstr>
      <vt:lpstr>Project Overview</vt:lpstr>
      <vt:lpstr>Dataset Description</vt:lpstr>
      <vt:lpstr>Category Sales Analysis</vt:lpstr>
      <vt:lpstr>Monthly Revenue Trends</vt:lpstr>
      <vt:lpstr>Customer Behavior Insights</vt:lpstr>
      <vt:lpstr>Abandoned Orders</vt:lpstr>
      <vt:lpstr>Conclusion &amp; Business Impact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Afronika Global</cp:lastModifiedBy>
  <cp:revision>3</cp:revision>
  <dcterms:created xsi:type="dcterms:W3CDTF">2013-01-27T09:14:16Z</dcterms:created>
  <dcterms:modified xsi:type="dcterms:W3CDTF">2026-02-04T20:28:09Z</dcterms:modified>
  <cp:category/>
</cp:coreProperties>
</file>